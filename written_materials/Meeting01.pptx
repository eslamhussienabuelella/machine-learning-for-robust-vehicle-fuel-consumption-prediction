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87" r:id="rId7"/>
    <p:sldId id="278" r:id="rId8"/>
    <p:sldId id="258" r:id="rId9"/>
    <p:sldId id="288" r:id="rId10"/>
    <p:sldId id="289" r:id="rId11"/>
    <p:sldId id="290" r:id="rId12"/>
    <p:sldId id="280" r:id="rId13"/>
    <p:sldId id="281" r:id="rId14"/>
    <p:sldId id="291" r:id="rId15"/>
    <p:sldId id="292" r:id="rId16"/>
    <p:sldId id="294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F1F51-CE32-49DB-A5F9-24976F6BDB0B}" v="88" dt="2026-02-18T15:35:57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0655" autoAdjust="0"/>
  </p:normalViewPr>
  <p:slideViewPr>
    <p:cSldViewPr snapToGrid="0">
      <p:cViewPr varScale="1">
        <p:scale>
          <a:sx n="92" d="100"/>
          <a:sy n="92" d="100"/>
        </p:scale>
        <p:origin x="668" y="28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lam Hussien" userId="b063e3ea695cd788" providerId="LiveId" clId="{C35A1EAA-8B9F-437A-AEA4-1A6CE1968AF3}"/>
    <pc:docChg chg="undo custSel addSld delSld modSld">
      <pc:chgData name="Eslam Hussien" userId="b063e3ea695cd788" providerId="LiveId" clId="{C35A1EAA-8B9F-437A-AEA4-1A6CE1968AF3}" dt="2026-02-18T15:36:10.698" v="1714" actId="404"/>
      <pc:docMkLst>
        <pc:docMk/>
      </pc:docMkLst>
      <pc:sldChg chg="modSp mod">
        <pc:chgData name="Eslam Hussien" userId="b063e3ea695cd788" providerId="LiveId" clId="{C35A1EAA-8B9F-437A-AEA4-1A6CE1968AF3}" dt="2026-02-18T15:36:10.698" v="1714" actId="404"/>
        <pc:sldMkLst>
          <pc:docMk/>
          <pc:sldMk cId="2586058810" sldId="256"/>
        </pc:sldMkLst>
        <pc:spChg chg="mod">
          <ac:chgData name="Eslam Hussien" userId="b063e3ea695cd788" providerId="LiveId" clId="{C35A1EAA-8B9F-437A-AEA4-1A6CE1968AF3}" dt="2026-02-18T15:36:10.698" v="1714" actId="404"/>
          <ac:spMkLst>
            <pc:docMk/>
            <pc:sldMk cId="2586058810" sldId="256"/>
            <ac:spMk id="2" creationId="{CFE75451-6A4B-484B-9ED1-353CCE25B0F4}"/>
          </ac:spMkLst>
        </pc:spChg>
      </pc:sldChg>
      <pc:sldChg chg="modSp mod">
        <pc:chgData name="Eslam Hussien" userId="b063e3ea695cd788" providerId="LiveId" clId="{C35A1EAA-8B9F-437A-AEA4-1A6CE1968AF3}" dt="2026-02-18T12:24:38.542" v="474" actId="14100"/>
        <pc:sldMkLst>
          <pc:docMk/>
          <pc:sldMk cId="1713219598" sldId="257"/>
        </pc:sldMkLst>
        <pc:spChg chg="mod">
          <ac:chgData name="Eslam Hussien" userId="b063e3ea695cd788" providerId="LiveId" clId="{C35A1EAA-8B9F-437A-AEA4-1A6CE1968AF3}" dt="2026-02-18T12:24:38.542" v="474" actId="14100"/>
          <ac:spMkLst>
            <pc:docMk/>
            <pc:sldMk cId="1713219598" sldId="257"/>
            <ac:spMk id="3" creationId="{5671D7E5-EF66-4BCD-8DAA-E9061157F0BE}"/>
          </ac:spMkLst>
        </pc:spChg>
      </pc:sldChg>
      <pc:sldChg chg="modSp mod">
        <pc:chgData name="Eslam Hussien" userId="b063e3ea695cd788" providerId="LiveId" clId="{C35A1EAA-8B9F-437A-AEA4-1A6CE1968AF3}" dt="2026-02-18T12:49:26.025" v="718" actId="207"/>
        <pc:sldMkLst>
          <pc:docMk/>
          <pc:sldMk cId="3571516367" sldId="258"/>
        </pc:sldMkLst>
        <pc:graphicFrameChg chg="mod modGraphic">
          <ac:chgData name="Eslam Hussien" userId="b063e3ea695cd788" providerId="LiveId" clId="{C35A1EAA-8B9F-437A-AEA4-1A6CE1968AF3}" dt="2026-02-18T12:49:26.025" v="718" actId="207"/>
          <ac:graphicFrameMkLst>
            <pc:docMk/>
            <pc:sldMk cId="3571516367" sldId="258"/>
            <ac:graphicFrameMk id="9" creationId="{F37B2B1B-2DC5-B741-98DA-EA595FA75EFA}"/>
          </ac:graphicFrameMkLst>
        </pc:graphicFrameChg>
      </pc:sldChg>
      <pc:sldChg chg="del">
        <pc:chgData name="Eslam Hussien" userId="b063e3ea695cd788" providerId="LiveId" clId="{C35A1EAA-8B9F-437A-AEA4-1A6CE1968AF3}" dt="2026-02-18T13:48:16.976" v="1652" actId="47"/>
        <pc:sldMkLst>
          <pc:docMk/>
          <pc:sldMk cId="1742861620" sldId="266"/>
        </pc:sldMkLst>
      </pc:sldChg>
      <pc:sldChg chg="modSp mod">
        <pc:chgData name="Eslam Hussien" userId="b063e3ea695cd788" providerId="LiveId" clId="{C35A1EAA-8B9F-437A-AEA4-1A6CE1968AF3}" dt="2026-02-18T15:33:47.229" v="1698" actId="14100"/>
        <pc:sldMkLst>
          <pc:docMk/>
          <pc:sldMk cId="1969787568" sldId="271"/>
        </pc:sldMkLst>
        <pc:spChg chg="mod">
          <ac:chgData name="Eslam Hussien" userId="b063e3ea695cd788" providerId="LiveId" clId="{C35A1EAA-8B9F-437A-AEA4-1A6CE1968AF3}" dt="2026-02-18T15:33:47.229" v="1698" actId="14100"/>
          <ac:spMkLst>
            <pc:docMk/>
            <pc:sldMk cId="1969787568" sldId="271"/>
            <ac:spMk id="3" creationId="{AF64C29E-DF30-4DC6-AB95-2016F9A703B6}"/>
          </ac:spMkLst>
        </pc:spChg>
      </pc:sldChg>
      <pc:sldChg chg="modSp mod">
        <pc:chgData name="Eslam Hussien" userId="b063e3ea695cd788" providerId="LiveId" clId="{C35A1EAA-8B9F-437A-AEA4-1A6CE1968AF3}" dt="2026-02-18T12:40:59.388" v="541" actId="20577"/>
        <pc:sldMkLst>
          <pc:docMk/>
          <pc:sldMk cId="334696707" sldId="280"/>
        </pc:sldMkLst>
        <pc:spChg chg="mod">
          <ac:chgData name="Eslam Hussien" userId="b063e3ea695cd788" providerId="LiveId" clId="{C35A1EAA-8B9F-437A-AEA4-1A6CE1968AF3}" dt="2026-02-18T12:40:59.388" v="541" actId="20577"/>
          <ac:spMkLst>
            <pc:docMk/>
            <pc:sldMk cId="334696707" sldId="280"/>
            <ac:spMk id="2" creationId="{566C97BE-403B-122E-90D1-2788978A0B6F}"/>
          </ac:spMkLst>
        </pc:spChg>
      </pc:sldChg>
      <pc:sldChg chg="addSp delSp modSp mod">
        <pc:chgData name="Eslam Hussien" userId="b063e3ea695cd788" providerId="LiveId" clId="{C35A1EAA-8B9F-437A-AEA4-1A6CE1968AF3}" dt="2026-02-18T13:11:35.633" v="991" actId="20577"/>
        <pc:sldMkLst>
          <pc:docMk/>
          <pc:sldMk cId="103458723" sldId="281"/>
        </pc:sldMkLst>
        <pc:spChg chg="del mod">
          <ac:chgData name="Eslam Hussien" userId="b063e3ea695cd788" providerId="LiveId" clId="{C35A1EAA-8B9F-437A-AEA4-1A6CE1968AF3}" dt="2026-02-18T12:39:54.318" v="478" actId="478"/>
          <ac:spMkLst>
            <pc:docMk/>
            <pc:sldMk cId="103458723" sldId="281"/>
            <ac:spMk id="2" creationId="{A95E2E6A-35EC-1B8E-0FD7-8C67870ACA64}"/>
          </ac:spMkLst>
        </pc:spChg>
        <pc:spChg chg="add del mod">
          <ac:chgData name="Eslam Hussien" userId="b063e3ea695cd788" providerId="LiveId" clId="{C35A1EAA-8B9F-437A-AEA4-1A6CE1968AF3}" dt="2026-02-18T12:39:58.002" v="479" actId="478"/>
          <ac:spMkLst>
            <pc:docMk/>
            <pc:sldMk cId="103458723" sldId="281"/>
            <ac:spMk id="4" creationId="{0FFE98C0-9EDC-598B-0422-18DBE6011292}"/>
          </ac:spMkLst>
        </pc:spChg>
        <pc:spChg chg="add mod">
          <ac:chgData name="Eslam Hussien" userId="b063e3ea695cd788" providerId="LiveId" clId="{C35A1EAA-8B9F-437A-AEA4-1A6CE1968AF3}" dt="2026-02-18T12:40:06.980" v="481"/>
          <ac:spMkLst>
            <pc:docMk/>
            <pc:sldMk cId="103458723" sldId="281"/>
            <ac:spMk id="5" creationId="{DFA27F71-74A5-CB83-6DC6-F6ED1284F70A}"/>
          </ac:spMkLst>
        </pc:spChg>
        <pc:spChg chg="add mod">
          <ac:chgData name="Eslam Hussien" userId="b063e3ea695cd788" providerId="LiveId" clId="{C35A1EAA-8B9F-437A-AEA4-1A6CE1968AF3}" dt="2026-02-18T12:40:06.980" v="481"/>
          <ac:spMkLst>
            <pc:docMk/>
            <pc:sldMk cId="103458723" sldId="281"/>
            <ac:spMk id="6" creationId="{E0B238BA-E45F-4EAB-3EC7-27E7072A37DB}"/>
          </ac:spMkLst>
        </pc:spChg>
        <pc:spChg chg="add mod">
          <ac:chgData name="Eslam Hussien" userId="b063e3ea695cd788" providerId="LiveId" clId="{C35A1EAA-8B9F-437A-AEA4-1A6CE1968AF3}" dt="2026-02-18T12:40:06.980" v="481"/>
          <ac:spMkLst>
            <pc:docMk/>
            <pc:sldMk cId="103458723" sldId="281"/>
            <ac:spMk id="7" creationId="{F300C55B-F421-827E-DC94-AEF5C21A4225}"/>
          </ac:spMkLst>
        </pc:spChg>
        <pc:spChg chg="mod">
          <ac:chgData name="Eslam Hussien" userId="b063e3ea695cd788" providerId="LiveId" clId="{C35A1EAA-8B9F-437A-AEA4-1A6CE1968AF3}" dt="2026-02-18T12:40:35.501" v="510" actId="1036"/>
          <ac:spMkLst>
            <pc:docMk/>
            <pc:sldMk cId="103458723" sldId="281"/>
            <ac:spMk id="8" creationId="{8F44A959-C2BB-9170-C99C-1A2EDB71B994}"/>
          </ac:spMkLst>
        </pc:spChg>
        <pc:spChg chg="add mod">
          <ac:chgData name="Eslam Hussien" userId="b063e3ea695cd788" providerId="LiveId" clId="{C35A1EAA-8B9F-437A-AEA4-1A6CE1968AF3}" dt="2026-02-18T12:40:06.980" v="481"/>
          <ac:spMkLst>
            <pc:docMk/>
            <pc:sldMk cId="103458723" sldId="281"/>
            <ac:spMk id="9" creationId="{DD19C431-17D7-E742-7CC1-80FB34836F3C}"/>
          </ac:spMkLst>
        </pc:spChg>
        <pc:spChg chg="add mod">
          <ac:chgData name="Eslam Hussien" userId="b063e3ea695cd788" providerId="LiveId" clId="{C35A1EAA-8B9F-437A-AEA4-1A6CE1968AF3}" dt="2026-02-18T12:40:06.980" v="481"/>
          <ac:spMkLst>
            <pc:docMk/>
            <pc:sldMk cId="103458723" sldId="281"/>
            <ac:spMk id="10" creationId="{EC2A447E-A300-0FDC-CD2C-11E727E66C0E}"/>
          </ac:spMkLst>
        </pc:spChg>
        <pc:spChg chg="add mod">
          <ac:chgData name="Eslam Hussien" userId="b063e3ea695cd788" providerId="LiveId" clId="{C35A1EAA-8B9F-437A-AEA4-1A6CE1968AF3}" dt="2026-02-18T12:44:00.045" v="633" actId="20577"/>
          <ac:spMkLst>
            <pc:docMk/>
            <pc:sldMk cId="103458723" sldId="281"/>
            <ac:spMk id="11" creationId="{27AECC7C-8572-C2D6-2F9E-E6EBD19FB398}"/>
          </ac:spMkLst>
        </pc:spChg>
        <pc:spChg chg="mod">
          <ac:chgData name="Eslam Hussien" userId="b063e3ea695cd788" providerId="LiveId" clId="{C35A1EAA-8B9F-437A-AEA4-1A6CE1968AF3}" dt="2026-02-18T12:44:45.373" v="642" actId="20577"/>
          <ac:spMkLst>
            <pc:docMk/>
            <pc:sldMk cId="103458723" sldId="281"/>
            <ac:spMk id="12" creationId="{554B61B9-26F6-B304-92CD-03053DAAF2A8}"/>
          </ac:spMkLst>
        </pc:spChg>
        <pc:spChg chg="add mod">
          <ac:chgData name="Eslam Hussien" userId="b063e3ea695cd788" providerId="LiveId" clId="{C35A1EAA-8B9F-437A-AEA4-1A6CE1968AF3}" dt="2026-02-18T12:42:47.656" v="623" actId="20577"/>
          <ac:spMkLst>
            <pc:docMk/>
            <pc:sldMk cId="103458723" sldId="281"/>
            <ac:spMk id="13" creationId="{4D13D064-000D-DD58-6CBC-15DA71225E7F}"/>
          </ac:spMkLst>
        </pc:spChg>
        <pc:spChg chg="mod">
          <ac:chgData name="Eslam Hussien" userId="b063e3ea695cd788" providerId="LiveId" clId="{C35A1EAA-8B9F-437A-AEA4-1A6CE1968AF3}" dt="2026-02-18T12:45:50.766" v="689" actId="20577"/>
          <ac:spMkLst>
            <pc:docMk/>
            <pc:sldMk cId="103458723" sldId="281"/>
            <ac:spMk id="14" creationId="{CB9F9E8B-42CD-AC26-AFC9-F1F66695693B}"/>
          </ac:spMkLst>
        </pc:spChg>
        <pc:spChg chg="add mod">
          <ac:chgData name="Eslam Hussien" userId="b063e3ea695cd788" providerId="LiveId" clId="{C35A1EAA-8B9F-437A-AEA4-1A6CE1968AF3}" dt="2026-02-18T13:11:35.633" v="991" actId="20577"/>
          <ac:spMkLst>
            <pc:docMk/>
            <pc:sldMk cId="103458723" sldId="281"/>
            <ac:spMk id="15" creationId="{CA2FCA54-2050-C45B-AC1E-AB220B81803A}"/>
          </ac:spMkLst>
        </pc:spChg>
        <pc:spChg chg="add mod">
          <ac:chgData name="Eslam Hussien" userId="b063e3ea695cd788" providerId="LiveId" clId="{C35A1EAA-8B9F-437A-AEA4-1A6CE1968AF3}" dt="2026-02-18T12:43:17.004" v="628" actId="27636"/>
          <ac:spMkLst>
            <pc:docMk/>
            <pc:sldMk cId="103458723" sldId="281"/>
            <ac:spMk id="16" creationId="{735786D0-C465-8362-6B1A-90CF942805B5}"/>
          </ac:spMkLst>
        </pc:spChg>
        <pc:spChg chg="mod">
          <ac:chgData name="Eslam Hussien" userId="b063e3ea695cd788" providerId="LiveId" clId="{C35A1EAA-8B9F-437A-AEA4-1A6CE1968AF3}" dt="2026-02-18T12:45:21.481" v="673" actId="20577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Eslam Hussien" userId="b063e3ea695cd788" providerId="LiveId" clId="{C35A1EAA-8B9F-437A-AEA4-1A6CE1968AF3}" dt="2026-02-18T12:46:05.894" v="691" actId="27636"/>
          <ac:spMkLst>
            <pc:docMk/>
            <pc:sldMk cId="103458723" sldId="281"/>
            <ac:spMk id="50" creationId="{8F6B2AE9-DDE4-FD99-A235-3B39EEE21481}"/>
          </ac:spMkLst>
        </pc:spChg>
      </pc:sldChg>
      <pc:sldChg chg="del">
        <pc:chgData name="Eslam Hussien" userId="b063e3ea695cd788" providerId="LiveId" clId="{C35A1EAA-8B9F-437A-AEA4-1A6CE1968AF3}" dt="2026-02-18T13:48:16.976" v="1652" actId="47"/>
        <pc:sldMkLst>
          <pc:docMk/>
          <pc:sldMk cId="636929804" sldId="282"/>
        </pc:sldMkLst>
      </pc:sldChg>
      <pc:sldChg chg="del">
        <pc:chgData name="Eslam Hussien" userId="b063e3ea695cd788" providerId="LiveId" clId="{C35A1EAA-8B9F-437A-AEA4-1A6CE1968AF3}" dt="2026-02-18T13:48:16.976" v="1652" actId="47"/>
        <pc:sldMkLst>
          <pc:docMk/>
          <pc:sldMk cId="2403577982" sldId="284"/>
        </pc:sldMkLst>
      </pc:sldChg>
      <pc:sldChg chg="del">
        <pc:chgData name="Eslam Hussien" userId="b063e3ea695cd788" providerId="LiveId" clId="{C35A1EAA-8B9F-437A-AEA4-1A6CE1968AF3}" dt="2026-02-18T13:48:16.976" v="1652" actId="47"/>
        <pc:sldMkLst>
          <pc:docMk/>
          <pc:sldMk cId="2791821786" sldId="285"/>
        </pc:sldMkLst>
      </pc:sldChg>
      <pc:sldChg chg="modSp mod">
        <pc:chgData name="Eslam Hussien" userId="b063e3ea695cd788" providerId="LiveId" clId="{C35A1EAA-8B9F-437A-AEA4-1A6CE1968AF3}" dt="2026-02-18T13:56:48.892" v="1669" actId="14100"/>
        <pc:sldMkLst>
          <pc:docMk/>
          <pc:sldMk cId="3199734888" sldId="289"/>
        </pc:sldMkLst>
        <pc:graphicFrameChg chg="mod modGraphic">
          <ac:chgData name="Eslam Hussien" userId="b063e3ea695cd788" providerId="LiveId" clId="{C35A1EAA-8B9F-437A-AEA4-1A6CE1968AF3}" dt="2026-02-18T13:56:48.892" v="1669" actId="14100"/>
          <ac:graphicFrameMkLst>
            <pc:docMk/>
            <pc:sldMk cId="3199734888" sldId="289"/>
            <ac:graphicFrameMk id="9" creationId="{D9B84B5C-3BDA-F9AB-359A-701E8A26A23F}"/>
          </ac:graphicFrameMkLst>
        </pc:graphicFrameChg>
      </pc:sldChg>
      <pc:sldChg chg="modSp new mod">
        <pc:chgData name="Eslam Hussien" userId="b063e3ea695cd788" providerId="LiveId" clId="{C35A1EAA-8B9F-437A-AEA4-1A6CE1968AF3}" dt="2026-02-18T12:47:53.656" v="708" actId="20577"/>
        <pc:sldMkLst>
          <pc:docMk/>
          <pc:sldMk cId="319309688" sldId="290"/>
        </pc:sldMkLst>
        <pc:spChg chg="mod">
          <ac:chgData name="Eslam Hussien" userId="b063e3ea695cd788" providerId="LiveId" clId="{C35A1EAA-8B9F-437A-AEA4-1A6CE1968AF3}" dt="2026-02-18T12:47:02.025" v="698" actId="20577"/>
          <ac:spMkLst>
            <pc:docMk/>
            <pc:sldMk cId="319309688" sldId="290"/>
            <ac:spMk id="2" creationId="{D3ACA3AE-BB17-6AEE-BCC3-88F28C034D23}"/>
          </ac:spMkLst>
        </pc:spChg>
        <pc:spChg chg="mod">
          <ac:chgData name="Eslam Hussien" userId="b063e3ea695cd788" providerId="LiveId" clId="{C35A1EAA-8B9F-437A-AEA4-1A6CE1968AF3}" dt="2026-02-18T12:47:53.656" v="708" actId="20577"/>
          <ac:spMkLst>
            <pc:docMk/>
            <pc:sldMk cId="319309688" sldId="290"/>
            <ac:spMk id="3" creationId="{1836DF36-059C-EDF1-D561-94CA06022DDE}"/>
          </ac:spMkLst>
        </pc:spChg>
      </pc:sldChg>
      <pc:sldChg chg="modSp add mod">
        <pc:chgData name="Eslam Hussien" userId="b063e3ea695cd788" providerId="LiveId" clId="{C35A1EAA-8B9F-437A-AEA4-1A6CE1968AF3}" dt="2026-02-18T12:57:21.432" v="733" actId="20577"/>
        <pc:sldMkLst>
          <pc:docMk/>
          <pc:sldMk cId="4220706231" sldId="291"/>
        </pc:sldMkLst>
        <pc:spChg chg="mod">
          <ac:chgData name="Eslam Hussien" userId="b063e3ea695cd788" providerId="LiveId" clId="{C35A1EAA-8B9F-437A-AEA4-1A6CE1968AF3}" dt="2026-02-18T12:57:21.432" v="733" actId="20577"/>
          <ac:spMkLst>
            <pc:docMk/>
            <pc:sldMk cId="4220706231" sldId="291"/>
            <ac:spMk id="2" creationId="{98554251-C5EE-265A-89A5-E7B51C080C87}"/>
          </ac:spMkLst>
        </pc:spChg>
      </pc:sldChg>
      <pc:sldChg chg="addSp delSp modSp add mod">
        <pc:chgData name="Eslam Hussien" userId="b063e3ea695cd788" providerId="LiveId" clId="{C35A1EAA-8B9F-437A-AEA4-1A6CE1968AF3}" dt="2026-02-18T13:50:21.489" v="1668" actId="20577"/>
        <pc:sldMkLst>
          <pc:docMk/>
          <pc:sldMk cId="2663427394" sldId="292"/>
        </pc:sldMkLst>
        <pc:spChg chg="add">
          <ac:chgData name="Eslam Hussien" userId="b063e3ea695cd788" providerId="LiveId" clId="{C35A1EAA-8B9F-437A-AEA4-1A6CE1968AF3}" dt="2026-02-18T12:59:57.173" v="767"/>
          <ac:spMkLst>
            <pc:docMk/>
            <pc:sldMk cId="2663427394" sldId="292"/>
            <ac:spMk id="2" creationId="{8C5FBD18-AB67-4E53-7E2D-398CDB26D572}"/>
          </ac:spMkLst>
        </pc:spChg>
        <pc:spChg chg="add">
          <ac:chgData name="Eslam Hussien" userId="b063e3ea695cd788" providerId="LiveId" clId="{C35A1EAA-8B9F-437A-AEA4-1A6CE1968AF3}" dt="2026-02-18T13:00:00.145" v="769"/>
          <ac:spMkLst>
            <pc:docMk/>
            <pc:sldMk cId="2663427394" sldId="292"/>
            <ac:spMk id="3" creationId="{DF136C3E-5138-307B-BD73-BAC1D87C4C25}"/>
          </ac:spMkLst>
        </pc:spChg>
        <pc:spChg chg="add del">
          <ac:chgData name="Eslam Hussien" userId="b063e3ea695cd788" providerId="LiveId" clId="{C35A1EAA-8B9F-437A-AEA4-1A6CE1968AF3}" dt="2026-02-18T13:00:05.855" v="771" actId="22"/>
          <ac:spMkLst>
            <pc:docMk/>
            <pc:sldMk cId="2663427394" sldId="292"/>
            <ac:spMk id="5" creationId="{7049B51E-74BB-90B0-C0AA-71D187DB21ED}"/>
          </ac:spMkLst>
        </pc:spChg>
        <pc:spChg chg="add mod">
          <ac:chgData name="Eslam Hussien" userId="b063e3ea695cd788" providerId="LiveId" clId="{C35A1EAA-8B9F-437A-AEA4-1A6CE1968AF3}" dt="2026-02-18T13:27:42.399" v="1160" actId="207"/>
          <ac:spMkLst>
            <pc:docMk/>
            <pc:sldMk cId="2663427394" sldId="292"/>
            <ac:spMk id="7" creationId="{745AC0C0-3C25-D4B8-C999-D6E1B21F47D0}"/>
          </ac:spMkLst>
        </pc:spChg>
        <pc:spChg chg="mod">
          <ac:chgData name="Eslam Hussien" userId="b063e3ea695cd788" providerId="LiveId" clId="{C35A1EAA-8B9F-437A-AEA4-1A6CE1968AF3}" dt="2026-02-18T13:06:02.283" v="885" actId="255"/>
          <ac:spMkLst>
            <pc:docMk/>
            <pc:sldMk cId="2663427394" sldId="292"/>
            <ac:spMk id="11" creationId="{82A1D08E-03A3-0E72-D036-DD8B411B9A22}"/>
          </ac:spMkLst>
        </pc:spChg>
        <pc:spChg chg="mod">
          <ac:chgData name="Eslam Hussien" userId="b063e3ea695cd788" providerId="LiveId" clId="{C35A1EAA-8B9F-437A-AEA4-1A6CE1968AF3}" dt="2026-02-18T13:19:39.025" v="1088" actId="20577"/>
          <ac:spMkLst>
            <pc:docMk/>
            <pc:sldMk cId="2663427394" sldId="292"/>
            <ac:spMk id="12" creationId="{83695837-E274-BA3C-8A00-2A7A95B79AD7}"/>
          </ac:spMkLst>
        </pc:spChg>
        <pc:spChg chg="mod">
          <ac:chgData name="Eslam Hussien" userId="b063e3ea695cd788" providerId="LiveId" clId="{C35A1EAA-8B9F-437A-AEA4-1A6CE1968AF3}" dt="2026-02-18T13:07:47.186" v="901" actId="12"/>
          <ac:spMkLst>
            <pc:docMk/>
            <pc:sldMk cId="2663427394" sldId="292"/>
            <ac:spMk id="13" creationId="{F19E9848-DEDA-5538-A5ED-36379C323964}"/>
          </ac:spMkLst>
        </pc:spChg>
        <pc:spChg chg="mod">
          <ac:chgData name="Eslam Hussien" userId="b063e3ea695cd788" providerId="LiveId" clId="{C35A1EAA-8B9F-437A-AEA4-1A6CE1968AF3}" dt="2026-02-18T13:16:06.666" v="1013" actId="1076"/>
          <ac:spMkLst>
            <pc:docMk/>
            <pc:sldMk cId="2663427394" sldId="292"/>
            <ac:spMk id="14" creationId="{600B50A3-593C-30D4-7AB1-43DCF54AC640}"/>
          </ac:spMkLst>
        </pc:spChg>
        <pc:spChg chg="mod">
          <ac:chgData name="Eslam Hussien" userId="b063e3ea695cd788" providerId="LiveId" clId="{C35A1EAA-8B9F-437A-AEA4-1A6CE1968AF3}" dt="2026-02-18T13:06:08.295" v="887" actId="27636"/>
          <ac:spMkLst>
            <pc:docMk/>
            <pc:sldMk cId="2663427394" sldId="292"/>
            <ac:spMk id="15" creationId="{078C9097-813C-D04F-EBEF-FF44AD02668F}"/>
          </ac:spMkLst>
        </pc:spChg>
        <pc:spChg chg="mod">
          <ac:chgData name="Eslam Hussien" userId="b063e3ea695cd788" providerId="LiveId" clId="{C35A1EAA-8B9F-437A-AEA4-1A6CE1968AF3}" dt="2026-02-18T13:07:39.448" v="900" actId="12"/>
          <ac:spMkLst>
            <pc:docMk/>
            <pc:sldMk cId="2663427394" sldId="292"/>
            <ac:spMk id="16" creationId="{F550A24B-A1E8-36ED-3FF9-4E2889F6AFFF}"/>
          </ac:spMkLst>
        </pc:spChg>
        <pc:spChg chg="mod">
          <ac:chgData name="Eslam Hussien" userId="b063e3ea695cd788" providerId="LiveId" clId="{C35A1EAA-8B9F-437A-AEA4-1A6CE1968AF3}" dt="2026-02-18T13:50:21.489" v="1668" actId="20577"/>
          <ac:spMkLst>
            <pc:docMk/>
            <pc:sldMk cId="2663427394" sldId="292"/>
            <ac:spMk id="35" creationId="{4A72152C-720C-A01F-812D-2FD782858DBE}"/>
          </ac:spMkLst>
        </pc:spChg>
        <pc:spChg chg="mod">
          <ac:chgData name="Eslam Hussien" userId="b063e3ea695cd788" providerId="LiveId" clId="{C35A1EAA-8B9F-437A-AEA4-1A6CE1968AF3}" dt="2026-02-18T13:26:59.430" v="1132" actId="6549"/>
          <ac:spMkLst>
            <pc:docMk/>
            <pc:sldMk cId="2663427394" sldId="292"/>
            <ac:spMk id="50" creationId="{2F207B23-80CB-7F31-0D14-36BE9553CEAB}"/>
          </ac:spMkLst>
        </pc:spChg>
      </pc:sldChg>
      <pc:sldChg chg="add del">
        <pc:chgData name="Eslam Hussien" userId="b063e3ea695cd788" providerId="LiveId" clId="{C35A1EAA-8B9F-437A-AEA4-1A6CE1968AF3}" dt="2026-02-18T12:58:01.912" v="753" actId="47"/>
        <pc:sldMkLst>
          <pc:docMk/>
          <pc:sldMk cId="1673353418" sldId="293"/>
        </pc:sldMkLst>
      </pc:sldChg>
      <pc:sldChg chg="addSp delSp modSp add mod">
        <pc:chgData name="Eslam Hussien" userId="b063e3ea695cd788" providerId="LiveId" clId="{C35A1EAA-8B9F-437A-AEA4-1A6CE1968AF3}" dt="2026-02-18T13:47:44.006" v="1651" actId="1036"/>
        <pc:sldMkLst>
          <pc:docMk/>
          <pc:sldMk cId="3990519204" sldId="294"/>
        </pc:sldMkLst>
        <pc:spChg chg="add del mod">
          <ac:chgData name="Eslam Hussien" userId="b063e3ea695cd788" providerId="LiveId" clId="{C35A1EAA-8B9F-437A-AEA4-1A6CE1968AF3}" dt="2026-02-18T13:23:07.765" v="1120" actId="478"/>
          <ac:spMkLst>
            <pc:docMk/>
            <pc:sldMk cId="3990519204" sldId="294"/>
            <ac:spMk id="2" creationId="{940EDA74-887E-DBE5-B78C-A6BBF8DFFA33}"/>
          </ac:spMkLst>
        </pc:spChg>
        <pc:spChg chg="add del mod">
          <ac:chgData name="Eslam Hussien" userId="b063e3ea695cd788" providerId="LiveId" clId="{C35A1EAA-8B9F-437A-AEA4-1A6CE1968AF3}" dt="2026-02-18T13:22:09.391" v="1119" actId="478"/>
          <ac:spMkLst>
            <pc:docMk/>
            <pc:sldMk cId="3990519204" sldId="294"/>
            <ac:spMk id="3" creationId="{57B4EB5F-D450-C5A6-3234-C595F8D6006D}"/>
          </ac:spMkLst>
        </pc:spChg>
        <pc:spChg chg="add mod">
          <ac:chgData name="Eslam Hussien" userId="b063e3ea695cd788" providerId="LiveId" clId="{C35A1EAA-8B9F-437A-AEA4-1A6CE1968AF3}" dt="2026-02-18T13:47:44.006" v="1651" actId="1036"/>
          <ac:spMkLst>
            <pc:docMk/>
            <pc:sldMk cId="3990519204" sldId="294"/>
            <ac:spMk id="4" creationId="{B8B9711C-A8E9-68D9-3983-AE6C82C3ECB7}"/>
          </ac:spMkLst>
        </pc:spChg>
        <pc:spChg chg="add">
          <ac:chgData name="Eslam Hussien" userId="b063e3ea695cd788" providerId="LiveId" clId="{C35A1EAA-8B9F-437A-AEA4-1A6CE1968AF3}" dt="2026-02-18T13:29:30.739" v="1196"/>
          <ac:spMkLst>
            <pc:docMk/>
            <pc:sldMk cId="3990519204" sldId="294"/>
            <ac:spMk id="5" creationId="{DD9BDFF3-B6E4-C9A3-F802-B0C8B1C99F0D}"/>
          </ac:spMkLst>
        </pc:spChg>
        <pc:spChg chg="add">
          <ac:chgData name="Eslam Hussien" userId="b063e3ea695cd788" providerId="LiveId" clId="{C35A1EAA-8B9F-437A-AEA4-1A6CE1968AF3}" dt="2026-02-18T13:40:48.982" v="1453"/>
          <ac:spMkLst>
            <pc:docMk/>
            <pc:sldMk cId="3990519204" sldId="294"/>
            <ac:spMk id="6" creationId="{324E1585-D75A-FAD3-37CB-C5F3E9538EBE}"/>
          </ac:spMkLst>
        </pc:spChg>
        <pc:spChg chg="add mod">
          <ac:chgData name="Eslam Hussien" userId="b063e3ea695cd788" providerId="LiveId" clId="{C35A1EAA-8B9F-437A-AEA4-1A6CE1968AF3}" dt="2026-02-18T13:47:39.188" v="1639" actId="1035"/>
          <ac:spMkLst>
            <pc:docMk/>
            <pc:sldMk cId="3990519204" sldId="294"/>
            <ac:spMk id="7" creationId="{A7D5BABB-E047-444C-1F8D-F36EC9138BC6}"/>
          </ac:spMkLst>
        </pc:spChg>
        <pc:spChg chg="add mod">
          <ac:chgData name="Eslam Hussien" userId="b063e3ea695cd788" providerId="LiveId" clId="{C35A1EAA-8B9F-437A-AEA4-1A6CE1968AF3}" dt="2026-02-18T13:47:39.188" v="1639" actId="1035"/>
          <ac:spMkLst>
            <pc:docMk/>
            <pc:sldMk cId="3990519204" sldId="294"/>
            <ac:spMk id="9" creationId="{03C5ADE8-1E77-95C1-1690-0F66100138AB}"/>
          </ac:spMkLst>
        </pc:spChg>
        <pc:spChg chg="mod">
          <ac:chgData name="Eslam Hussien" userId="b063e3ea695cd788" providerId="LiveId" clId="{C35A1EAA-8B9F-437A-AEA4-1A6CE1968AF3}" dt="2026-02-18T13:46:55.597" v="1570" actId="1036"/>
          <ac:spMkLst>
            <pc:docMk/>
            <pc:sldMk cId="3990519204" sldId="294"/>
            <ac:spMk id="11" creationId="{543090F3-4B20-2B92-7375-CB4F037F3249}"/>
          </ac:spMkLst>
        </pc:spChg>
        <pc:spChg chg="mod">
          <ac:chgData name="Eslam Hussien" userId="b063e3ea695cd788" providerId="LiveId" clId="{C35A1EAA-8B9F-437A-AEA4-1A6CE1968AF3}" dt="2026-02-18T13:47:30.578" v="1617" actId="1036"/>
          <ac:spMkLst>
            <pc:docMk/>
            <pc:sldMk cId="3990519204" sldId="294"/>
            <ac:spMk id="12" creationId="{5CEDE2D1-DEF7-A9A0-C77E-FD0494397744}"/>
          </ac:spMkLst>
        </pc:spChg>
        <pc:spChg chg="mod">
          <ac:chgData name="Eslam Hussien" userId="b063e3ea695cd788" providerId="LiveId" clId="{C35A1EAA-8B9F-437A-AEA4-1A6CE1968AF3}" dt="2026-02-18T13:46:55.597" v="1570" actId="1036"/>
          <ac:spMkLst>
            <pc:docMk/>
            <pc:sldMk cId="3990519204" sldId="294"/>
            <ac:spMk id="13" creationId="{292D0B44-79B6-ECAB-7F9B-F42BEE58FAED}"/>
          </ac:spMkLst>
        </pc:spChg>
        <pc:spChg chg="mod">
          <ac:chgData name="Eslam Hussien" userId="b063e3ea695cd788" providerId="LiveId" clId="{C35A1EAA-8B9F-437A-AEA4-1A6CE1968AF3}" dt="2026-02-18T13:47:30.578" v="1617" actId="1036"/>
          <ac:spMkLst>
            <pc:docMk/>
            <pc:sldMk cId="3990519204" sldId="294"/>
            <ac:spMk id="14" creationId="{877A500C-634A-B4C4-4F32-426C9AE44675}"/>
          </ac:spMkLst>
        </pc:spChg>
        <pc:spChg chg="mod">
          <ac:chgData name="Eslam Hussien" userId="b063e3ea695cd788" providerId="LiveId" clId="{C35A1EAA-8B9F-437A-AEA4-1A6CE1968AF3}" dt="2026-02-18T13:46:55.597" v="1570" actId="1036"/>
          <ac:spMkLst>
            <pc:docMk/>
            <pc:sldMk cId="3990519204" sldId="294"/>
            <ac:spMk id="15" creationId="{919FF28D-010D-DB14-1F75-30FCDE33B368}"/>
          </ac:spMkLst>
        </pc:spChg>
        <pc:spChg chg="mod">
          <ac:chgData name="Eslam Hussien" userId="b063e3ea695cd788" providerId="LiveId" clId="{C35A1EAA-8B9F-437A-AEA4-1A6CE1968AF3}" dt="2026-02-18T13:46:55.597" v="1570" actId="1036"/>
          <ac:spMkLst>
            <pc:docMk/>
            <pc:sldMk cId="3990519204" sldId="294"/>
            <ac:spMk id="16" creationId="{A84747E0-C4E7-4FEB-04A2-7721872F8745}"/>
          </ac:spMkLst>
        </pc:spChg>
        <pc:spChg chg="mod">
          <ac:chgData name="Eslam Hussien" userId="b063e3ea695cd788" providerId="LiveId" clId="{C35A1EAA-8B9F-437A-AEA4-1A6CE1968AF3}" dt="2026-02-18T13:47:30.578" v="1617" actId="1036"/>
          <ac:spMkLst>
            <pc:docMk/>
            <pc:sldMk cId="3990519204" sldId="294"/>
            <ac:spMk id="35" creationId="{4D713AFE-11E5-D4CD-09E1-61BB58452247}"/>
          </ac:spMkLst>
        </pc:spChg>
        <pc:spChg chg="mod">
          <ac:chgData name="Eslam Hussien" userId="b063e3ea695cd788" providerId="LiveId" clId="{C35A1EAA-8B9F-437A-AEA4-1A6CE1968AF3}" dt="2026-02-18T13:47:30.578" v="1617" actId="1036"/>
          <ac:spMkLst>
            <pc:docMk/>
            <pc:sldMk cId="3990519204" sldId="294"/>
            <ac:spMk id="50" creationId="{747667AA-959A-2B21-7A6B-C9805F255B83}"/>
          </ac:spMkLst>
        </pc:spChg>
      </pc:sldChg>
      <pc:sldChg chg="new del">
        <pc:chgData name="Eslam Hussien" userId="b063e3ea695cd788" providerId="LiveId" clId="{C35A1EAA-8B9F-437A-AEA4-1A6CE1968AF3}" dt="2026-02-18T12:58:21.314" v="759" actId="680"/>
        <pc:sldMkLst>
          <pc:docMk/>
          <pc:sldMk cId="2304935242" sldId="295"/>
        </pc:sldMkLst>
      </pc:sldChg>
      <pc:sldChg chg="addSp delSp modSp add del mod">
        <pc:chgData name="Eslam Hussien" userId="b063e3ea695cd788" providerId="LiveId" clId="{C35A1EAA-8B9F-437A-AEA4-1A6CE1968AF3}" dt="2026-02-18T15:32:22.660" v="1670" actId="47"/>
        <pc:sldMkLst>
          <pc:docMk/>
          <pc:sldMk cId="2405307456" sldId="295"/>
        </pc:sldMkLst>
        <pc:spChg chg="add del mod">
          <ac:chgData name="Eslam Hussien" userId="b063e3ea695cd788" providerId="LiveId" clId="{C35A1EAA-8B9F-437A-AEA4-1A6CE1968AF3}" dt="2026-02-18T13:45:33.691" v="1505" actId="478"/>
          <ac:spMkLst>
            <pc:docMk/>
            <pc:sldMk cId="2405307456" sldId="295"/>
            <ac:spMk id="3" creationId="{D4A1FFA6-206D-FEB3-30F3-B61097C83230}"/>
          </ac:spMkLst>
        </pc:spChg>
        <pc:spChg chg="add del mod">
          <ac:chgData name="Eslam Hussien" userId="b063e3ea695cd788" providerId="LiveId" clId="{C35A1EAA-8B9F-437A-AEA4-1A6CE1968AF3}" dt="2026-02-18T13:45:33.691" v="1505" actId="478"/>
          <ac:spMkLst>
            <pc:docMk/>
            <pc:sldMk cId="2405307456" sldId="295"/>
            <ac:spMk id="5" creationId="{EDABE8AA-259A-CBE6-3192-C69AB29D2E22}"/>
          </ac:spMkLst>
        </pc:spChg>
        <pc:spChg chg="add del mod">
          <ac:chgData name="Eslam Hussien" userId="b063e3ea695cd788" providerId="LiveId" clId="{C35A1EAA-8B9F-437A-AEA4-1A6CE1968AF3}" dt="2026-02-18T13:45:33.691" v="1505" actId="478"/>
          <ac:spMkLst>
            <pc:docMk/>
            <pc:sldMk cId="2405307456" sldId="295"/>
            <ac:spMk id="7" creationId="{AF57DD78-C9A2-387E-0B92-3265507D3DFE}"/>
          </ac:spMkLst>
        </pc:spChg>
        <pc:spChg chg="del">
          <ac:chgData name="Eslam Hussien" userId="b063e3ea695cd788" providerId="LiveId" clId="{C35A1EAA-8B9F-437A-AEA4-1A6CE1968AF3}" dt="2026-02-18T13:45:33.691" v="1505" actId="478"/>
          <ac:spMkLst>
            <pc:docMk/>
            <pc:sldMk cId="2405307456" sldId="295"/>
            <ac:spMk id="8" creationId="{A0B24157-C4B3-B2F9-9D46-ED9D62FBB9CE}"/>
          </ac:spMkLst>
        </pc:spChg>
        <pc:spChg chg="add del mod">
          <ac:chgData name="Eslam Hussien" userId="b063e3ea695cd788" providerId="LiveId" clId="{C35A1EAA-8B9F-437A-AEA4-1A6CE1968AF3}" dt="2026-02-18T13:45:33.691" v="1505" actId="478"/>
          <ac:spMkLst>
            <pc:docMk/>
            <pc:sldMk cId="2405307456" sldId="295"/>
            <ac:spMk id="10" creationId="{2F6DF7B3-41F3-4B68-A376-8DDA8F790074}"/>
          </ac:spMkLst>
        </pc:spChg>
        <pc:spChg chg="mod">
          <ac:chgData name="Eslam Hussien" userId="b063e3ea695cd788" providerId="LiveId" clId="{C35A1EAA-8B9F-437A-AEA4-1A6CE1968AF3}" dt="2026-02-18T13:46:32.968" v="1536" actId="20577"/>
          <ac:spMkLst>
            <pc:docMk/>
            <pc:sldMk cId="2405307456" sldId="295"/>
            <ac:spMk id="11" creationId="{6607E8B5-473E-AE79-458D-A94C73E05613}"/>
          </ac:spMkLst>
        </pc:spChg>
        <pc:spChg chg="del mod">
          <ac:chgData name="Eslam Hussien" userId="b063e3ea695cd788" providerId="LiveId" clId="{C35A1EAA-8B9F-437A-AEA4-1A6CE1968AF3}" dt="2026-02-18T13:45:24.832" v="1504" actId="478"/>
          <ac:spMkLst>
            <pc:docMk/>
            <pc:sldMk cId="2405307456" sldId="295"/>
            <ac:spMk id="12" creationId="{ED0B912B-D5A7-A558-2A7A-5C885809193A}"/>
          </ac:spMkLst>
        </pc:spChg>
        <pc:spChg chg="mod">
          <ac:chgData name="Eslam Hussien" userId="b063e3ea695cd788" providerId="LiveId" clId="{C35A1EAA-8B9F-437A-AEA4-1A6CE1968AF3}" dt="2026-02-18T13:46:04.938" v="1509" actId="12"/>
          <ac:spMkLst>
            <pc:docMk/>
            <pc:sldMk cId="2405307456" sldId="295"/>
            <ac:spMk id="13" creationId="{F2591508-3FA5-4D5B-E8C1-3642D2B57F7E}"/>
          </ac:spMkLst>
        </pc:spChg>
        <pc:spChg chg="del mod">
          <ac:chgData name="Eslam Hussien" userId="b063e3ea695cd788" providerId="LiveId" clId="{C35A1EAA-8B9F-437A-AEA4-1A6CE1968AF3}" dt="2026-02-18T13:45:24.832" v="1504" actId="478"/>
          <ac:spMkLst>
            <pc:docMk/>
            <pc:sldMk cId="2405307456" sldId="295"/>
            <ac:spMk id="14" creationId="{8979EDBB-3C97-2930-D7F1-96153873BB30}"/>
          </ac:spMkLst>
        </pc:spChg>
        <pc:spChg chg="add del mod">
          <ac:chgData name="Eslam Hussien" userId="b063e3ea695cd788" providerId="LiveId" clId="{C35A1EAA-8B9F-437A-AEA4-1A6CE1968AF3}" dt="2026-02-18T13:45:24.832" v="1504" actId="478"/>
          <ac:spMkLst>
            <pc:docMk/>
            <pc:sldMk cId="2405307456" sldId="295"/>
            <ac:spMk id="15" creationId="{F086DE96-17AC-3CCA-8BCC-5C1CFAB6581F}"/>
          </ac:spMkLst>
        </pc:spChg>
        <pc:spChg chg="del mod">
          <ac:chgData name="Eslam Hussien" userId="b063e3ea695cd788" providerId="LiveId" clId="{C35A1EAA-8B9F-437A-AEA4-1A6CE1968AF3}" dt="2026-02-18T13:45:24.832" v="1504" actId="478"/>
          <ac:spMkLst>
            <pc:docMk/>
            <pc:sldMk cId="2405307456" sldId="295"/>
            <ac:spMk id="16" creationId="{EB604A83-090C-336A-7A56-A4C1813E009A}"/>
          </ac:spMkLst>
        </pc:spChg>
        <pc:spChg chg="del mod">
          <ac:chgData name="Eslam Hussien" userId="b063e3ea695cd788" providerId="LiveId" clId="{C35A1EAA-8B9F-437A-AEA4-1A6CE1968AF3}" dt="2026-02-18T13:45:24.832" v="1504" actId="478"/>
          <ac:spMkLst>
            <pc:docMk/>
            <pc:sldMk cId="2405307456" sldId="295"/>
            <ac:spMk id="35" creationId="{5213E1D8-B707-3565-F37B-A50D78709AAC}"/>
          </ac:spMkLst>
        </pc:spChg>
        <pc:spChg chg="del mod">
          <ac:chgData name="Eslam Hussien" userId="b063e3ea695cd788" providerId="LiveId" clId="{C35A1EAA-8B9F-437A-AEA4-1A6CE1968AF3}" dt="2026-02-18T13:45:24.832" v="1504" actId="478"/>
          <ac:spMkLst>
            <pc:docMk/>
            <pc:sldMk cId="2405307456" sldId="295"/>
            <ac:spMk id="50" creationId="{0853D174-2CEE-5A9A-EA37-9AFF1AAFB6F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9639-B66A-D69A-63B3-7D6C3649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04280-45FF-068F-1564-440EB9768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F2AC6-E5AD-4115-4E21-50D39601B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12B18-317C-85C9-868B-7D9AF4455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78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2CE7-7BFA-F641-97FE-270AA0A5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2E6AE-8DD0-EC66-EB2D-49FF9591D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6A125-B55D-E81D-BF49-B5607E756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AD3BF-79FF-5B3B-F55E-4CDF0C02C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41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4CE5-F5AA-3FD9-1DED-D40D2DB5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5A8A6-4DD6-AAC1-5A32-B82A40D73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4597C-9001-8909-35EC-B9695C746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B20C5-E1EF-7BB2-2D21-0DC5B0C64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42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81E47-CD8A-60D6-6CAA-56665A52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D3A6B-A691-2D0B-6983-70C50D63C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0268E-0B6C-8C69-790F-735D6E605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F67A8-3EB7-F3D0-AE9E-71B80E956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37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0B0C-52A9-AF13-4309-17547D97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EEED0-BE8A-9DB2-A2F2-3D37A1071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BC83D-97F9-DC35-34F4-80EC329B5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E671F-C436-D1D0-7BC4-156859D59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57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abuelellae@uni.coventry.ac.u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sz="2000" dirty="0"/>
              <a:t>Module Code: 7150CEM - Data</a:t>
            </a:r>
            <a:br>
              <a:rPr lang="en-US" sz="2000" dirty="0"/>
            </a:br>
            <a:r>
              <a:rPr lang="en-US" sz="2000" dirty="0"/>
              <a:t>Science Project - 2526JANMAY</a:t>
            </a:r>
            <a:br>
              <a:rPr lang="en-US" sz="2000" dirty="0"/>
            </a:br>
            <a:r>
              <a:rPr lang="en-US" sz="2000" dirty="0"/>
              <a:t>Student ID: 16342938</a:t>
            </a:r>
            <a:br>
              <a:rPr lang="en-US" sz="2000" dirty="0"/>
            </a:br>
            <a:r>
              <a:rPr lang="en-US" sz="2000" dirty="0"/>
              <a:t>Coventry University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370118" cy="3269589"/>
          </a:xfrm>
        </p:spPr>
        <p:txBody>
          <a:bodyPr>
            <a:normAutofit/>
          </a:bodyPr>
          <a:lstStyle/>
          <a:p>
            <a:r>
              <a:rPr lang="en-US" dirty="0"/>
              <a:t>Suggested Title</a:t>
            </a:r>
          </a:p>
          <a:p>
            <a:r>
              <a:rPr lang="en-US" dirty="0"/>
              <a:t>Reviewed papers </a:t>
            </a:r>
          </a:p>
          <a:p>
            <a:r>
              <a:rPr lang="en-US" dirty="0"/>
              <a:t>Defined Gaps</a:t>
            </a:r>
          </a:p>
          <a:p>
            <a:r>
              <a:rPr lang="en-US" dirty="0"/>
              <a:t>Suggested research question</a:t>
            </a:r>
          </a:p>
          <a:p>
            <a:r>
              <a:rPr lang="en-US" dirty="0"/>
              <a:t>Suggested work plan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869520-7E51-370F-2C8E-79889CD1A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Suggested title</a:t>
            </a:r>
            <a:endParaRPr lang="en-GB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670D1B-A6FD-7C03-0B6E-4E8026C25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2855" y="3238103"/>
            <a:ext cx="6726381" cy="2850181"/>
          </a:xfrm>
        </p:spPr>
        <p:txBody>
          <a:bodyPr>
            <a:normAutofit/>
          </a:bodyPr>
          <a:lstStyle/>
          <a:p>
            <a:r>
              <a:rPr lang="en-US" sz="2400" i="1" dirty="0"/>
              <a:t>“Explainable and Constraint-Aware Machine Learning for Robust Vehicle Fuel Consumption Prediction”</a:t>
            </a:r>
            <a:endParaRPr lang="en-GB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3C6D-DD01-28BA-2A0E-2EA21CE6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3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Reviewed papers 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27040"/>
          </a:xfrm>
        </p:spPr>
        <p:txBody>
          <a:bodyPr/>
          <a:lstStyle/>
          <a:p>
            <a:r>
              <a:rPr lang="en-US" dirty="0"/>
              <a:t>ML application in Vehicle/Fuel consumption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37B2B1B-2DC5-B741-98DA-EA595FA75E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48470790"/>
              </p:ext>
            </p:extLst>
          </p:nvPr>
        </p:nvGraphicFramePr>
        <p:xfrm>
          <a:off x="484908" y="1295401"/>
          <a:ext cx="9088582" cy="53525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4623">
                  <a:extLst>
                    <a:ext uri="{9D8B030D-6E8A-4147-A177-3AD203B41FA5}">
                      <a16:colId xmlns:a16="http://schemas.microsoft.com/office/drawing/2014/main" val="1967641462"/>
                    </a:ext>
                  </a:extLst>
                </a:gridCol>
                <a:gridCol w="2950718">
                  <a:extLst>
                    <a:ext uri="{9D8B030D-6E8A-4147-A177-3AD203B41FA5}">
                      <a16:colId xmlns:a16="http://schemas.microsoft.com/office/drawing/2014/main" val="971436961"/>
                    </a:ext>
                  </a:extLst>
                </a:gridCol>
                <a:gridCol w="758949">
                  <a:extLst>
                    <a:ext uri="{9D8B030D-6E8A-4147-A177-3AD203B41FA5}">
                      <a16:colId xmlns:a16="http://schemas.microsoft.com/office/drawing/2014/main" val="3556489057"/>
                    </a:ext>
                  </a:extLst>
                </a:gridCol>
                <a:gridCol w="1514764">
                  <a:extLst>
                    <a:ext uri="{9D8B030D-6E8A-4147-A177-3AD203B41FA5}">
                      <a16:colId xmlns:a16="http://schemas.microsoft.com/office/drawing/2014/main" val="872906369"/>
                    </a:ext>
                  </a:extLst>
                </a:gridCol>
                <a:gridCol w="1514764">
                  <a:extLst>
                    <a:ext uri="{9D8B030D-6E8A-4147-A177-3AD203B41FA5}">
                      <a16:colId xmlns:a16="http://schemas.microsoft.com/office/drawing/2014/main" val="4014769890"/>
                    </a:ext>
                  </a:extLst>
                </a:gridCol>
                <a:gridCol w="1514764">
                  <a:extLst>
                    <a:ext uri="{9D8B030D-6E8A-4147-A177-3AD203B41FA5}">
                      <a16:colId xmlns:a16="http://schemas.microsoft.com/office/drawing/2014/main" val="1566550412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>
                          <a:solidFill>
                            <a:schemeClr val="bg1"/>
                          </a:solidFill>
                          <a:effectLst/>
                        </a:rPr>
                        <a:t>Matrix_ID</a:t>
                      </a:r>
                      <a:endParaRPr lang="en-GB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>
                          <a:solidFill>
                            <a:schemeClr val="bg1"/>
                          </a:solidFill>
                          <a:effectLst/>
                        </a:rPr>
                        <a:t>Title</a:t>
                      </a:r>
                      <a:endParaRPr lang="en-GB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>
                          <a:solidFill>
                            <a:schemeClr val="bg1"/>
                          </a:solidFill>
                          <a:effectLst/>
                        </a:rPr>
                        <a:t>Year</a:t>
                      </a:r>
                      <a:endParaRPr lang="en-GB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>
                          <a:solidFill>
                            <a:schemeClr val="bg1"/>
                          </a:solidFill>
                          <a:effectLst/>
                        </a:rPr>
                        <a:t>Journal</a:t>
                      </a:r>
                      <a:endParaRPr lang="en-GB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>
                          <a:solidFill>
                            <a:schemeClr val="bg1"/>
                          </a:solidFill>
                          <a:effectLst/>
                        </a:rPr>
                        <a:t>Approach Cluster</a:t>
                      </a:r>
                      <a:endParaRPr lang="en-GB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>
                          <a:solidFill>
                            <a:schemeClr val="bg1"/>
                          </a:solidFill>
                          <a:effectLst/>
                        </a:rPr>
                        <a:t>Application Domain</a:t>
                      </a:r>
                      <a:endParaRPr lang="en-GB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97374"/>
                  </a:ext>
                </a:extLst>
              </a:tr>
              <a:tr h="12513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paper1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Interpretable Deep Learning for Fuel Usage Forecasting in Vehicles: A Time-Series Transformer and Alibi-Based Approach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2025 International Conference on Emerging Trends in Networks and Computer Communications (ETNCC)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Explainable but not physically grounded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Vehicle fuel consumption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6525258"/>
                  </a:ext>
                </a:extLst>
              </a:tr>
              <a:tr h="410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paper2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Machine learning vehicle fuel efficiency prediction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Scientific Reports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Explainable but not physically grounded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Vehicle fuel consumption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0910540"/>
                  </a:ext>
                </a:extLst>
              </a:tr>
              <a:tr h="8307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paper3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CatBoost-based fuel consumption modeling and explainable analysis for heavy-duty diesel trucks: Impact of engine, driving behavior, and vehicle weight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Energy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Explainable but not physically grounded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Vehicle fuel consumption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5683480"/>
                  </a:ext>
                </a:extLst>
              </a:tr>
              <a:tr h="620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paper4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DLLT: A dual-layer LSTM-transformer model for real-time energy and dynamics prediction in plug-in hybrid electric vehicles.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PLoS One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Accuracy-focused black-box ML/DL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Vehicle fuel consumption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4176952"/>
                  </a:ext>
                </a:extLst>
              </a:tr>
              <a:tr h="620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paper12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Deep learning model based prediction of vehicle CO2 emissions with eXplainable AI integration for sustainable environment.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2025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Scientific Reports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Explainable but not physically grounded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Emission prediction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3081594"/>
                  </a:ext>
                </a:extLst>
              </a:tr>
              <a:tr h="620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paper24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Interpretable machine learning models for predicting and explaining vehicle fuel consumption anomalies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2022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Engineering Applications of Artificial Intelligence</a:t>
                      </a:r>
                      <a:endParaRPr lang="en-GB" sz="1200" kern="1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Explainable but not physically grounded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solidFill>
                            <a:srgbClr val="000000"/>
                          </a:solidFill>
                          <a:effectLst/>
                        </a:rPr>
                        <a:t>Vehicle fuel consumption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4309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BEC2-1F49-EAB5-0FC4-2C1D15C1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BEC6-5BE2-5F57-EC71-FB0E762D0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Defined Gaps</a:t>
            </a:r>
          </a:p>
        </p:txBody>
      </p:sp>
    </p:spTree>
    <p:extLst>
      <p:ext uri="{BB962C8B-B14F-4D97-AF65-F5344CB8AC3E}">
        <p14:creationId xmlns:p14="http://schemas.microsoft.com/office/powerpoint/2010/main" val="4257356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E2B2-186D-A86E-2D97-E1553CAB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2259-9965-A269-D2B6-96863547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27040"/>
          </a:xfrm>
        </p:spPr>
        <p:txBody>
          <a:bodyPr/>
          <a:lstStyle/>
          <a:p>
            <a:r>
              <a:rPr lang="en-US" dirty="0"/>
              <a:t>Potential Research Gaps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EC1FE9A-25A8-8896-D1DA-AB622737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9B84B5C-3BDA-F9AB-359A-701E8A26A2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7972219"/>
              </p:ext>
            </p:extLst>
          </p:nvPr>
        </p:nvGraphicFramePr>
        <p:xfrm>
          <a:off x="1322318" y="1453949"/>
          <a:ext cx="9331827" cy="465464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7678">
                  <a:extLst>
                    <a:ext uri="{9D8B030D-6E8A-4147-A177-3AD203B41FA5}">
                      <a16:colId xmlns:a16="http://schemas.microsoft.com/office/drawing/2014/main" val="1967641462"/>
                    </a:ext>
                  </a:extLst>
                </a:gridCol>
                <a:gridCol w="3979257">
                  <a:extLst>
                    <a:ext uri="{9D8B030D-6E8A-4147-A177-3AD203B41FA5}">
                      <a16:colId xmlns:a16="http://schemas.microsoft.com/office/drawing/2014/main" val="971436961"/>
                    </a:ext>
                  </a:extLst>
                </a:gridCol>
                <a:gridCol w="3594892">
                  <a:extLst>
                    <a:ext uri="{9D8B030D-6E8A-4147-A177-3AD203B41FA5}">
                      <a16:colId xmlns:a16="http://schemas.microsoft.com/office/drawing/2014/main" val="4014769890"/>
                    </a:ext>
                  </a:extLst>
                </a:gridCol>
              </a:tblGrid>
              <a:tr h="22446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Title A</a:t>
                      </a:r>
                      <a:r>
                        <a:rPr lang="en-GB" sz="1200" b="1" kern="100" dirty="0" err="1">
                          <a:solidFill>
                            <a:schemeClr val="bg1"/>
                          </a:solidFill>
                          <a:effectLst/>
                        </a:rPr>
                        <a:t>xes</a:t>
                      </a:r>
                      <a:endParaRPr lang="en-GB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00" dirty="0">
                          <a:solidFill>
                            <a:schemeClr val="bg1"/>
                          </a:solidFill>
                          <a:effectLst/>
                        </a:rPr>
                        <a:t>Potential Gap</a:t>
                      </a:r>
                      <a:endParaRPr lang="en-GB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1"/>
                          </a:solidFill>
                          <a:effectLst/>
                        </a:rPr>
                        <a:t>Expected Contribution (Novelty)</a:t>
                      </a:r>
                      <a:endParaRPr lang="en-GB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97374"/>
                  </a:ext>
                </a:extLst>
              </a:tr>
              <a:tr h="93633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Constraint Enforcement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</a:rPr>
                        <a:t>ML/DL models are purely data-driven, with no constraints in training or testing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</a:rPr>
                        <a:t>Define &amp; enforce constraints </a:t>
                      </a:r>
                      <a:r>
                        <a:rPr lang="en-GB" sz="1200"/>
                        <a:t>in the model training/testing process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525258"/>
                  </a:ext>
                </a:extLst>
              </a:tr>
              <a:tr h="7052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Interpretability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</a:rPr>
                        <a:t>The model interoperability is limited to post-hoc explainability techniques (LIME/SHAP), while the model itself has an unexplainable structure (black-box).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</a:rPr>
                        <a:t>Introduce an </a:t>
                      </a:r>
                      <a:r>
                        <a:rPr lang="en-US" sz="1200"/>
                        <a:t>intrinsically interpretable modelling approach and compare/benchmark it against black box ensemble approaches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910540"/>
                  </a:ext>
                </a:extLst>
              </a:tr>
              <a:tr h="14474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</a:rPr>
                        <a:t>Methodological/Data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</a:rPr>
                        <a:t>The prediction is based on analysing operational (Telemetric) data (Driver behaviour + Vehicle state) to predict Instantaneous fuel consumption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</a:rPr>
                        <a:t>Model performance inflation (overfitting) /target leakage risks due to the inclusion of mechanically linked  predictors &amp; strong categorical imbalance (only diesel trucks, </a:t>
                      </a:r>
                      <a:r>
                        <a:rPr lang="nl-NL" sz="1200" kern="100">
                          <a:solidFill>
                            <a:srgbClr val="000000"/>
                          </a:solidFill>
                          <a:effectLst/>
                        </a:rPr>
                        <a:t>car 96% vs Van 3%,etc.</a:t>
                      </a: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Develop a design-specification-only modelling framework under controlled testing cycle conditions suitable for early-stage vehicle development, eliminating reliance on operational telemetry and removing mechanically linked target-proxy predictors to reduce leakage and performance inflation.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176952"/>
                  </a:ext>
                </a:extLst>
              </a:tr>
              <a:tr h="7743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Robustness</a:t>
                      </a:r>
                      <a:endParaRPr lang="en-GB" sz="1200" kern="1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No cross-regulatory testing (Highway Vs City)</a:t>
                      </a:r>
                    </a:p>
                    <a:p>
                      <a:r>
                        <a:rPr lang="en-GB" sz="1200"/>
                        <a:t>No manufacturer-holdout validation</a:t>
                      </a:r>
                      <a:endParaRPr lang="en-GB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Introduce robustness evaluation, including manufacturer hold-out, and cross-regulatory validation to assess domain </a:t>
                      </a:r>
                      <a:r>
                        <a:rPr lang="en-US" sz="1200" dirty="0" err="1"/>
                        <a:t>generalisation</a:t>
                      </a:r>
                      <a:r>
                        <a:rPr lang="en-US" sz="1200" dirty="0"/>
                        <a:t> and transferability.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902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734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A3AE-BB17-6AEE-BCC3-88F28C0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1151731"/>
          </a:xfrm>
        </p:spPr>
        <p:txBody>
          <a:bodyPr/>
          <a:lstStyle/>
          <a:p>
            <a:r>
              <a:rPr lang="en-US" dirty="0"/>
              <a:t>Final research Gap framing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6DF36-059C-EDF1-D561-94CA06022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420092"/>
            <a:ext cx="8368867" cy="47500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Four limitations persist throughout all the reviewed literature.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Absence of constraint enforcement</a:t>
            </a:r>
          </a:p>
          <a:p>
            <a:r>
              <a:rPr lang="en-US" b="0" dirty="0"/>
              <a:t>Existing models are purely data-driven and do not enforce known engineering relationships such as the effects of engine displacement, vehicle mass, or rolling resistance on fuel consumption. As a result, predictions may violate physical laws outside training distributions.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Reliance on post-hoc interpretability</a:t>
            </a:r>
          </a:p>
          <a:p>
            <a:r>
              <a:rPr lang="en-US" b="0" dirty="0"/>
              <a:t>Most studies employ SHAP, LIME, or attention mechanisms as post-hoc explanation tools, which do not guarantee transparency of internal decision logic.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Limited early-design applicability</a:t>
            </a:r>
          </a:p>
          <a:p>
            <a:r>
              <a:rPr lang="en-US" b="0" dirty="0"/>
              <a:t>Many approaches depend on telemetry or operational driving data, which are unavailable during early vehicle design phases.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Limited robustness and </a:t>
            </a:r>
            <a:r>
              <a:rPr lang="en-US" dirty="0" err="1"/>
              <a:t>generalisation</a:t>
            </a:r>
            <a:r>
              <a:rPr lang="en-US" dirty="0"/>
              <a:t> evaluation</a:t>
            </a:r>
          </a:p>
          <a:p>
            <a:r>
              <a:rPr lang="en-US" b="0" dirty="0"/>
              <a:t>Models are typically validated on single-region, single-manufacturer, or single-cycle datasets, with no cross-domain or regulatory-cycle testing.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70003-09CB-0404-3CE9-9D41B6EA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Suggested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3337583"/>
            <a:ext cx="3924300" cy="464499"/>
          </a:xfrm>
        </p:spPr>
        <p:txBody>
          <a:bodyPr/>
          <a:lstStyle/>
          <a:p>
            <a:r>
              <a:rPr lang="en-GB" dirty="0"/>
              <a:t>RQ3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/>
              <a:t>Methodological/Data 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791924"/>
            <a:ext cx="3943627" cy="1784532"/>
          </a:xfrm>
        </p:spPr>
        <p:txBody>
          <a:bodyPr>
            <a:normAutofit/>
          </a:bodyPr>
          <a:lstStyle/>
          <a:p>
            <a:r>
              <a:rPr lang="en-US" dirty="0"/>
              <a:t>Can fuel consumption be reliably predicted using vehicle design specifications only, without reliance on operational telemetry data under fixed testing conditions?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3337583"/>
            <a:ext cx="3943627" cy="464499"/>
          </a:xfrm>
        </p:spPr>
        <p:txBody>
          <a:bodyPr/>
          <a:lstStyle/>
          <a:p>
            <a:r>
              <a:rPr lang="en-GB" dirty="0"/>
              <a:t>RQ4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/>
              <a:t>Robustness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791923"/>
            <a:ext cx="3943627" cy="1784532"/>
          </a:xfrm>
        </p:spPr>
        <p:txBody>
          <a:bodyPr>
            <a:normAutofit/>
          </a:bodyPr>
          <a:lstStyle/>
          <a:p>
            <a:r>
              <a:rPr lang="en-US" dirty="0"/>
              <a:t>How robust is the proposed modelling framework under manufacturer hold-out and cross-regulatory validation settings?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7AECC7C-8572-C2D6-2F9E-E6EBD19FB398}"/>
              </a:ext>
            </a:extLst>
          </p:cNvPr>
          <p:cNvSpPr txBox="1">
            <a:spLocks/>
          </p:cNvSpPr>
          <p:nvPr/>
        </p:nvSpPr>
        <p:spPr>
          <a:xfrm>
            <a:off x="2933700" y="1010020"/>
            <a:ext cx="3924300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RQ1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/>
              <a:t>Constraint-Aware Learning</a:t>
            </a:r>
          </a:p>
        </p:txBody>
      </p:sp>
      <p:sp>
        <p:nvSpPr>
          <p:cNvPr id="13" name="Content Placeholder 34">
            <a:extLst>
              <a:ext uri="{FF2B5EF4-FFF2-40B4-BE49-F238E27FC236}">
                <a16:creationId xmlns:a16="http://schemas.microsoft.com/office/drawing/2014/main" id="{4D13D064-000D-DD58-6CBC-15DA71225E7F}"/>
              </a:ext>
            </a:extLst>
          </p:cNvPr>
          <p:cNvSpPr txBox="1">
            <a:spLocks/>
          </p:cNvSpPr>
          <p:nvPr/>
        </p:nvSpPr>
        <p:spPr>
          <a:xfrm>
            <a:off x="2933700" y="1464361"/>
            <a:ext cx="3943627" cy="178453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what extent does incorporating physical constraints improve the robustness and </a:t>
            </a:r>
            <a:r>
              <a:rPr lang="en-US" dirty="0" err="1"/>
              <a:t>generalisation</a:t>
            </a:r>
            <a:r>
              <a:rPr lang="en-US" dirty="0"/>
              <a:t> performance of fuel consumption prediction models?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A2FCA54-2050-C45B-AC1E-AB220B81803A}"/>
              </a:ext>
            </a:extLst>
          </p:cNvPr>
          <p:cNvSpPr txBox="1">
            <a:spLocks/>
          </p:cNvSpPr>
          <p:nvPr/>
        </p:nvSpPr>
        <p:spPr>
          <a:xfrm>
            <a:off x="7410173" y="1010020"/>
            <a:ext cx="3943627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RQ2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/>
              <a:t>Interpretability</a:t>
            </a:r>
          </a:p>
        </p:txBody>
      </p:sp>
      <p:sp>
        <p:nvSpPr>
          <p:cNvPr id="16" name="Content Placeholder 49">
            <a:extLst>
              <a:ext uri="{FF2B5EF4-FFF2-40B4-BE49-F238E27FC236}">
                <a16:creationId xmlns:a16="http://schemas.microsoft.com/office/drawing/2014/main" id="{735786D0-C465-8362-6B1A-90CF942805B5}"/>
              </a:ext>
            </a:extLst>
          </p:cNvPr>
          <p:cNvSpPr txBox="1">
            <a:spLocks/>
          </p:cNvSpPr>
          <p:nvPr/>
        </p:nvSpPr>
        <p:spPr>
          <a:xfrm>
            <a:off x="7410173" y="1464360"/>
            <a:ext cx="3943627" cy="178453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does an intrinsically interpretable modelling approach compare to black-box ensemble models in terms of predictive performance and explanation stability?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3D86-3315-B75A-65DA-612514BA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4251-C5EE-265A-89A5-E7B51C080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Suggested Method</a:t>
            </a:r>
          </a:p>
        </p:txBody>
      </p:sp>
    </p:spTree>
    <p:extLst>
      <p:ext uri="{BB962C8B-B14F-4D97-AF65-F5344CB8AC3E}">
        <p14:creationId xmlns:p14="http://schemas.microsoft.com/office/powerpoint/2010/main" val="422070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7CEF-19E4-D4D0-C8F3-F92EB813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3695837-E274-BA3C-8A00-2A7A95B79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0173" y="3603520"/>
            <a:ext cx="3924300" cy="4644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dirty="0"/>
              <a:t>Week 4 – Physics-motivated feature Engineering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A72152C-720C-A01F-812D-2FD782858D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410173" y="4217188"/>
            <a:ext cx="3943627" cy="178453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GB" sz="1400" b="1" dirty="0"/>
              <a:t>Deliverables: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GB" sz="1400" dirty="0"/>
              <a:t>Final modelling dataset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GB" sz="1400" dirty="0"/>
              <a:t>Final feature description table with justification </a:t>
            </a:r>
            <a:r>
              <a:rPr lang="en-GB" sz="1400"/>
              <a:t>(equation)</a:t>
            </a:r>
            <a:endParaRPr lang="en-GB" sz="14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Baseline models’ performance table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Coefficient interpretation plots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Residual diagnostics plots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00B50A3-593C-30D4-7AB1-43DCF54AC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33700" y="3703233"/>
            <a:ext cx="3943627" cy="46449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1500" dirty="0"/>
              <a:t>Week 3 - Baseline Interpretable Modelling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2F207B23-80CB-7F31-0D14-36BE9553CEA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933700" y="4316900"/>
            <a:ext cx="3943627" cy="1784532"/>
          </a:xfrm>
        </p:spPr>
        <p:txBody>
          <a:bodyPr>
            <a:noAutofit/>
          </a:bodyPr>
          <a:lstStyle/>
          <a:p>
            <a:r>
              <a:rPr lang="en-GB" sz="1400" b="1" dirty="0"/>
              <a:t>Deliverables: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Baseline models’ performance table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Coefficient interpretation plots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Residual diagnostics plots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Initial assessment of predictive capability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DE804E-9183-A455-7873-2A77B550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2A1D08E-03A3-0E72-D036-DD8B411B9A22}"/>
              </a:ext>
            </a:extLst>
          </p:cNvPr>
          <p:cNvSpPr txBox="1">
            <a:spLocks/>
          </p:cNvSpPr>
          <p:nvPr/>
        </p:nvSpPr>
        <p:spPr>
          <a:xfrm>
            <a:off x="2933700" y="1010020"/>
            <a:ext cx="3924300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/>
              <a:t>Week 1 – Literature review</a:t>
            </a:r>
          </a:p>
        </p:txBody>
      </p:sp>
      <p:sp>
        <p:nvSpPr>
          <p:cNvPr id="13" name="Content Placeholder 34">
            <a:extLst>
              <a:ext uri="{FF2B5EF4-FFF2-40B4-BE49-F238E27FC236}">
                <a16:creationId xmlns:a16="http://schemas.microsoft.com/office/drawing/2014/main" id="{F19E9848-DEDA-5538-A5ED-36379C323964}"/>
              </a:ext>
            </a:extLst>
          </p:cNvPr>
          <p:cNvSpPr txBox="1">
            <a:spLocks/>
          </p:cNvSpPr>
          <p:nvPr/>
        </p:nvSpPr>
        <p:spPr>
          <a:xfrm>
            <a:off x="2933700" y="1464361"/>
            <a:ext cx="3943627" cy="1784532"/>
          </a:xfrm>
          <a:prstGeom prst="rect">
            <a:avLst/>
          </a:prstGeom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/>
              <a:t>Deliverables:</a:t>
            </a:r>
            <a:endParaRPr lang="en-GB" sz="14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Literature positioning subsections in a spreadsheet (Excel)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Final research gap paragraph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Final problem statement (Aims &amp; Objectives)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Final research questions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78C9097-813C-D04F-EBEF-FF44AD02668F}"/>
              </a:ext>
            </a:extLst>
          </p:cNvPr>
          <p:cNvSpPr txBox="1">
            <a:spLocks/>
          </p:cNvSpPr>
          <p:nvPr/>
        </p:nvSpPr>
        <p:spPr>
          <a:xfrm>
            <a:off x="7410173" y="1010020"/>
            <a:ext cx="3943627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10000"/>
              </a:lnSpc>
            </a:pPr>
            <a:r>
              <a:rPr lang="en-GB" sz="1500" dirty="0"/>
              <a:t>Week 2 - </a:t>
            </a:r>
            <a:r>
              <a:rPr lang="en-US" sz="1500" dirty="0"/>
              <a:t>Unified data set construction </a:t>
            </a:r>
          </a:p>
        </p:txBody>
      </p:sp>
      <p:sp>
        <p:nvSpPr>
          <p:cNvPr id="16" name="Content Placeholder 49">
            <a:extLst>
              <a:ext uri="{FF2B5EF4-FFF2-40B4-BE49-F238E27FC236}">
                <a16:creationId xmlns:a16="http://schemas.microsoft.com/office/drawing/2014/main" id="{F550A24B-A1E8-36ED-3FF9-4E2889F6AFFF}"/>
              </a:ext>
            </a:extLst>
          </p:cNvPr>
          <p:cNvSpPr txBox="1">
            <a:spLocks/>
          </p:cNvSpPr>
          <p:nvPr/>
        </p:nvSpPr>
        <p:spPr>
          <a:xfrm>
            <a:off x="7410173" y="1464360"/>
            <a:ext cx="3943627" cy="178453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/>
              <a:t>Deliverables:</a:t>
            </a:r>
            <a:endParaRPr lang="en-GB" sz="14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Unified raw dataset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Dataset schema and join logic documentation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Record inclusion/exclusion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AC0C0-3C25-D4B8-C999-D6E1B21F47D0}"/>
              </a:ext>
            </a:extLst>
          </p:cNvPr>
          <p:cNvSpPr txBox="1"/>
          <p:nvPr/>
        </p:nvSpPr>
        <p:spPr>
          <a:xfrm>
            <a:off x="1364672" y="6356349"/>
            <a:ext cx="10681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*</a:t>
            </a:r>
            <a:r>
              <a:rPr lang="en-GB" sz="2000" b="1" dirty="0"/>
              <a:t> </a:t>
            </a:r>
            <a:r>
              <a:rPr lang="en-GB" sz="1200" dirty="0"/>
              <a:t>Baseline models </a:t>
            </a:r>
            <a:r>
              <a:rPr lang="en-GB" sz="1200" dirty="0">
                <a:sym typeface="Wingdings" panose="05000000000000000000" pitchFamily="2" charset="2"/>
              </a:rPr>
              <a:t></a:t>
            </a:r>
            <a:r>
              <a:rPr lang="en-US" sz="1200" dirty="0"/>
              <a:t> (Linear Regression, Intrinsically interpretable model (e.g., EBM), Black-box ensemble (Gradient Boosting / RF) )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3427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EF10-CDA7-4988-5671-3F0FA5F5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EDE2D1-DEF7-A9A0-C77E-FD0494397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463358"/>
            <a:ext cx="3924300" cy="464499"/>
          </a:xfrm>
        </p:spPr>
        <p:txBody>
          <a:bodyPr>
            <a:normAutofit/>
          </a:bodyPr>
          <a:lstStyle/>
          <a:p>
            <a:r>
              <a:rPr lang="en-GB" sz="1500" dirty="0"/>
              <a:t>Week 7 - Robustness Evaluation Protocols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D713AFE-11E5-D4CD-09E1-61BB5845224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917699"/>
            <a:ext cx="3943627" cy="1784532"/>
          </a:xfrm>
        </p:spPr>
        <p:txBody>
          <a:bodyPr>
            <a:noAutofit/>
          </a:bodyPr>
          <a:lstStyle/>
          <a:p>
            <a:r>
              <a:rPr lang="en-GB" sz="1400" b="1" dirty="0"/>
              <a:t>Deliverables:</a:t>
            </a:r>
            <a:endParaRPr lang="en-GB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/>
              <a:t>Benchmarking baseline models’/</a:t>
            </a:r>
            <a:r>
              <a:rPr lang="en-GB" sz="1400" dirty="0" err="1"/>
              <a:t>datasets’</a:t>
            </a:r>
            <a:r>
              <a:rPr lang="en-GB" sz="1400" dirty="0"/>
              <a:t> performance table </a:t>
            </a:r>
            <a:r>
              <a:rPr lang="en-GB" sz="1400" b="1" u="sng" dirty="0"/>
              <a:t>on held out major manufacturer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/>
              <a:t>Benchmarking baseline models’/</a:t>
            </a:r>
            <a:r>
              <a:rPr lang="en-GB" sz="1400" dirty="0" err="1"/>
              <a:t>datasets’</a:t>
            </a:r>
            <a:r>
              <a:rPr lang="en-GB" sz="1400" dirty="0"/>
              <a:t> performance table </a:t>
            </a:r>
            <a:r>
              <a:rPr lang="en-GB" sz="1400" b="1" u="sng" dirty="0"/>
              <a:t>on held out year(s)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/>
              <a:t>Cross-Target Validation (City FC vs Highway FC)</a:t>
            </a:r>
            <a:endParaRPr lang="en-US" sz="14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7A500C-634A-B4C4-4F32-426C9AE44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463358"/>
            <a:ext cx="3943627" cy="464499"/>
          </a:xfrm>
        </p:spPr>
        <p:txBody>
          <a:bodyPr>
            <a:normAutofit fontScale="92500"/>
          </a:bodyPr>
          <a:lstStyle/>
          <a:p>
            <a:r>
              <a:rPr lang="en-GB" dirty="0"/>
              <a:t>Week 8 - Final Comparative Analysis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747667AA-959A-2B21-7A6B-C9805F255B8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2917698"/>
            <a:ext cx="3943627" cy="1784532"/>
          </a:xfrm>
        </p:spPr>
        <p:txBody>
          <a:bodyPr>
            <a:noAutofit/>
          </a:bodyPr>
          <a:lstStyle/>
          <a:p>
            <a:r>
              <a:rPr lang="en-GB" sz="1400" b="1" dirty="0"/>
              <a:t>Deliverables:</a:t>
            </a:r>
            <a:endParaRPr lang="en-GB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/>
              <a:t>Interpret key design trade-offs: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/>
              <a:t>Compare insights across vehicle categories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/>
              <a:t>Assess the benefits of physics-aware constraints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Engineering insight figures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19A412-3FC7-A3CE-7554-E55F8539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3090F3-4B20-2B92-7375-CB4F037F3249}"/>
              </a:ext>
            </a:extLst>
          </p:cNvPr>
          <p:cNvSpPr txBox="1">
            <a:spLocks/>
          </p:cNvSpPr>
          <p:nvPr/>
        </p:nvSpPr>
        <p:spPr>
          <a:xfrm>
            <a:off x="2933700" y="379635"/>
            <a:ext cx="3924300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/>
              <a:t>Week 5 - Constraint learning</a:t>
            </a:r>
          </a:p>
        </p:txBody>
      </p:sp>
      <p:sp>
        <p:nvSpPr>
          <p:cNvPr id="13" name="Content Placeholder 34">
            <a:extLst>
              <a:ext uri="{FF2B5EF4-FFF2-40B4-BE49-F238E27FC236}">
                <a16:creationId xmlns:a16="http://schemas.microsoft.com/office/drawing/2014/main" id="{292D0B44-79B6-ECAB-7F9B-F42BEE58FAED}"/>
              </a:ext>
            </a:extLst>
          </p:cNvPr>
          <p:cNvSpPr txBox="1">
            <a:spLocks/>
          </p:cNvSpPr>
          <p:nvPr/>
        </p:nvSpPr>
        <p:spPr>
          <a:xfrm>
            <a:off x="2933700" y="833976"/>
            <a:ext cx="3943627" cy="178453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GB" sz="1400" b="1" dirty="0"/>
              <a:t>Deliverables:</a:t>
            </a:r>
            <a:endParaRPr lang="en-GB" sz="1400" dirty="0"/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GB" sz="1400" dirty="0"/>
              <a:t>Constraint definition table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Baseline models’ performance table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Coefficient interpretation plots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Residual diagnostics plots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19FF28D-010D-DB14-1F75-30FCDE33B368}"/>
              </a:ext>
            </a:extLst>
          </p:cNvPr>
          <p:cNvSpPr txBox="1">
            <a:spLocks/>
          </p:cNvSpPr>
          <p:nvPr/>
        </p:nvSpPr>
        <p:spPr>
          <a:xfrm>
            <a:off x="7410173" y="379635"/>
            <a:ext cx="3943627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Week 6 – Results analysis </a:t>
            </a:r>
          </a:p>
        </p:txBody>
      </p:sp>
      <p:sp>
        <p:nvSpPr>
          <p:cNvPr id="16" name="Content Placeholder 49">
            <a:extLst>
              <a:ext uri="{FF2B5EF4-FFF2-40B4-BE49-F238E27FC236}">
                <a16:creationId xmlns:a16="http://schemas.microsoft.com/office/drawing/2014/main" id="{A84747E0-C4E7-4FEB-04A2-7721872F8745}"/>
              </a:ext>
            </a:extLst>
          </p:cNvPr>
          <p:cNvSpPr txBox="1">
            <a:spLocks/>
          </p:cNvSpPr>
          <p:nvPr/>
        </p:nvSpPr>
        <p:spPr>
          <a:xfrm>
            <a:off x="7410173" y="833975"/>
            <a:ext cx="3943627" cy="178453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GB" sz="1500" b="1" dirty="0"/>
              <a:t>Deliverables:</a:t>
            </a:r>
            <a:endParaRPr lang="en-GB" sz="1500" dirty="0"/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GB" sz="1500" dirty="0"/>
              <a:t>Baseline models vs datasets predictive performance comparisons</a:t>
            </a: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1500" dirty="0"/>
              <a:t>Feature effect consistency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9711C-A8E9-68D9-3983-AE6C82C3ECB7}"/>
              </a:ext>
            </a:extLst>
          </p:cNvPr>
          <p:cNvSpPr txBox="1"/>
          <p:nvPr/>
        </p:nvSpPr>
        <p:spPr>
          <a:xfrm>
            <a:off x="1364672" y="6417309"/>
            <a:ext cx="10681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*</a:t>
            </a:r>
            <a:r>
              <a:rPr lang="en-GB" sz="2000" b="1" dirty="0"/>
              <a:t> </a:t>
            </a:r>
            <a:r>
              <a:rPr lang="en-GB" sz="1200" dirty="0"/>
              <a:t>Baseline models </a:t>
            </a:r>
            <a:r>
              <a:rPr lang="en-GB" sz="1200" dirty="0">
                <a:sym typeface="Wingdings" panose="05000000000000000000" pitchFamily="2" charset="2"/>
              </a:rPr>
              <a:t></a:t>
            </a:r>
            <a:r>
              <a:rPr lang="en-US" sz="1200" dirty="0"/>
              <a:t> (Linear Regression, Intrinsically interpretable model (e.g., EBM), Black-box ensemble (Gradient Boosting / RF) )</a:t>
            </a:r>
            <a:r>
              <a:rPr lang="en-GB" sz="1200" dirty="0"/>
              <a:t>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7D5BABB-E047-444C-1F8D-F36EC9138BC6}"/>
              </a:ext>
            </a:extLst>
          </p:cNvPr>
          <p:cNvSpPr txBox="1">
            <a:spLocks/>
          </p:cNvSpPr>
          <p:nvPr/>
        </p:nvSpPr>
        <p:spPr>
          <a:xfrm>
            <a:off x="2933700" y="5035141"/>
            <a:ext cx="3924300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Week 9 – Thesis Finalisation</a:t>
            </a:r>
          </a:p>
        </p:txBody>
      </p:sp>
      <p:sp>
        <p:nvSpPr>
          <p:cNvPr id="9" name="Content Placeholder 34">
            <a:extLst>
              <a:ext uri="{FF2B5EF4-FFF2-40B4-BE49-F238E27FC236}">
                <a16:creationId xmlns:a16="http://schemas.microsoft.com/office/drawing/2014/main" id="{03C5ADE8-1E77-95C1-1690-0F66100138AB}"/>
              </a:ext>
            </a:extLst>
          </p:cNvPr>
          <p:cNvSpPr txBox="1">
            <a:spLocks/>
          </p:cNvSpPr>
          <p:nvPr/>
        </p:nvSpPr>
        <p:spPr>
          <a:xfrm>
            <a:off x="2933700" y="5489482"/>
            <a:ext cx="3943627" cy="102879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/>
              <a:t>Deliverables:</a:t>
            </a:r>
            <a:endParaRPr lang="en-GB" sz="14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Submission-ready MSc thesis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GB" sz="1400" dirty="0"/>
              <a:t>Reproducible code and appendix material</a:t>
            </a:r>
          </a:p>
        </p:txBody>
      </p:sp>
    </p:spTree>
    <p:extLst>
      <p:ext uri="{BB962C8B-B14F-4D97-AF65-F5344CB8AC3E}">
        <p14:creationId xmlns:p14="http://schemas.microsoft.com/office/powerpoint/2010/main" val="3990519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2127" y="3238103"/>
            <a:ext cx="8340437" cy="2282933"/>
          </a:xfrm>
        </p:spPr>
        <p:txBody>
          <a:bodyPr>
            <a:noAutofit/>
          </a:bodyPr>
          <a:lstStyle/>
          <a:p>
            <a:r>
              <a:rPr lang="en-US" dirty="0"/>
              <a:t>Eslam </a:t>
            </a:r>
            <a:r>
              <a:rPr lang="en-US" dirty="0" err="1"/>
              <a:t>Abuelella</a:t>
            </a:r>
            <a:endParaRPr lang="en-US" dirty="0"/>
          </a:p>
          <a:p>
            <a:r>
              <a:rPr lang="en-GB" dirty="0"/>
              <a:t>Student ID: 16342938</a:t>
            </a:r>
          </a:p>
          <a:p>
            <a:r>
              <a:rPr lang="en-GB" dirty="0"/>
              <a:t>Coventry University</a:t>
            </a:r>
          </a:p>
          <a:p>
            <a:r>
              <a:rPr lang="en-GB" dirty="0"/>
              <a:t>Email:  </a:t>
            </a:r>
            <a:r>
              <a:rPr lang="en-GB" u="sng" dirty="0">
                <a:hlinkClick r:id="rId3" tooltip="mailto:abuelellae@uni.coventry.ac.uk"/>
              </a:rPr>
              <a:t>abuelellae@uni.coventry.ac.uk</a:t>
            </a:r>
            <a:r>
              <a:rPr lang="en-GB" dirty="0"/>
              <a:t> 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71af3243-3dd4-4a8d-8c0d-dd76da1f02a5"/>
    <ds:schemaRef ds:uri="http://schemas.microsoft.com/office/2006/documentManagement/types"/>
    <ds:schemaRef ds:uri="http://www.w3.org/XML/1998/namespace"/>
    <ds:schemaRef ds:uri="230e9df3-be65-4c73-a93b-d1236ebd677e"/>
    <ds:schemaRef ds:uri="http://purl.org/dc/dcmitype/"/>
    <ds:schemaRef ds:uri="http://purl.org/dc/terms/"/>
    <ds:schemaRef ds:uri="16c05727-aa75-4e4a-9b5f-8a80a1165891"/>
    <ds:schemaRef ds:uri="http://schemas.microsoft.com/sharepoint/v3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{0629A6CA-7F26-4604-9ABE-ED8DB433370D}TF7521aafa-c748-4c40-a498-ba511be234dc5b1b6097_win32-5039330bb2f3</Template>
  <TotalTime>0</TotalTime>
  <Words>1018</Words>
  <Application>Microsoft Office PowerPoint</Application>
  <PresentationFormat>Widescreen</PresentationFormat>
  <Paragraphs>170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Tenorite</vt:lpstr>
      <vt:lpstr>Wingdings</vt:lpstr>
      <vt:lpstr>Custom</vt:lpstr>
      <vt:lpstr>Module Code: 7150CEM - Data Science Project - 2526JANMAY Student ID: 16342938 Coventry University</vt:lpstr>
      <vt:lpstr>AGENDA</vt:lpstr>
      <vt:lpstr>Suggested title</vt:lpstr>
      <vt:lpstr>Reviewed papers </vt:lpstr>
      <vt:lpstr>ML application in Vehicle/Fuel consumption</vt:lpstr>
      <vt:lpstr>Defined Gaps</vt:lpstr>
      <vt:lpstr>Potential Research Gaps</vt:lpstr>
      <vt:lpstr>Final research Gap framing</vt:lpstr>
      <vt:lpstr>Suggested research questions</vt:lpstr>
      <vt:lpstr>PowerPoint Presentation</vt:lpstr>
      <vt:lpstr>Suggested Method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 Hussien</dc:creator>
  <cp:lastModifiedBy>Eslam Hussien</cp:lastModifiedBy>
  <cp:revision>1</cp:revision>
  <dcterms:created xsi:type="dcterms:W3CDTF">2026-02-18T11:15:58Z</dcterms:created>
  <dcterms:modified xsi:type="dcterms:W3CDTF">2026-02-18T15:36:17Z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
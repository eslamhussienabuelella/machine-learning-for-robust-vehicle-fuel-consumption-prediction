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87" r:id="rId6"/>
    <p:sldId id="257" r:id="rId7"/>
    <p:sldId id="278" r:id="rId8"/>
    <p:sldId id="299" r:id="rId9"/>
    <p:sldId id="296" r:id="rId10"/>
    <p:sldId id="300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09" r:id="rId20"/>
    <p:sldId id="312" r:id="rId21"/>
    <p:sldId id="313" r:id="rId22"/>
    <p:sldId id="316" r:id="rId23"/>
    <p:sldId id="314" r:id="rId24"/>
    <p:sldId id="302" r:id="rId25"/>
    <p:sldId id="297" r:id="rId26"/>
    <p:sldId id="301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FB914A-7A8C-4926-8D25-68E775AFFC10}">
          <p14:sldIdLst>
            <p14:sldId id="256"/>
            <p14:sldId id="287"/>
            <p14:sldId id="257"/>
            <p14:sldId id="278"/>
            <p14:sldId id="299"/>
            <p14:sldId id="296"/>
            <p14:sldId id="300"/>
            <p14:sldId id="303"/>
            <p14:sldId id="304"/>
            <p14:sldId id="305"/>
            <p14:sldId id="306"/>
            <p14:sldId id="307"/>
            <p14:sldId id="308"/>
            <p14:sldId id="310"/>
            <p14:sldId id="311"/>
            <p14:sldId id="309"/>
            <p14:sldId id="312"/>
            <p14:sldId id="313"/>
            <p14:sldId id="316"/>
            <p14:sldId id="314"/>
            <p14:sldId id="302"/>
            <p14:sldId id="297"/>
            <p14:sldId id="301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F13B3-0F44-4838-9D3F-BDED48F01A85}" v="452" dt="2026-03-13T00:08:24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0655" autoAdjust="0"/>
  </p:normalViewPr>
  <p:slideViewPr>
    <p:cSldViewPr snapToGrid="0">
      <p:cViewPr varScale="1">
        <p:scale>
          <a:sx n="54" d="100"/>
          <a:sy n="54" d="100"/>
        </p:scale>
        <p:origin x="964" y="26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lam Hussien" userId="b063e3ea695cd788" providerId="LiveId" clId="{C35A1EAA-8B9F-437A-AEA4-1A6CE1968AF3}"/>
    <pc:docChg chg="undo redo custSel addSld delSld modSld sldOrd addSection delSection modSection">
      <pc:chgData name="Eslam Hussien" userId="b063e3ea695cd788" providerId="LiveId" clId="{C35A1EAA-8B9F-437A-AEA4-1A6CE1968AF3}" dt="2026-04-11T21:34:03.759" v="3264" actId="478"/>
      <pc:docMkLst>
        <pc:docMk/>
      </pc:docMkLst>
      <pc:sldChg chg="ord">
        <pc:chgData name="Eslam Hussien" userId="b063e3ea695cd788" providerId="LiveId" clId="{C35A1EAA-8B9F-437A-AEA4-1A6CE1968AF3}" dt="2026-03-12T16:18:31.723" v="3250"/>
        <pc:sldMkLst>
          <pc:docMk/>
          <pc:sldMk cId="1969787568" sldId="271"/>
        </pc:sldMkLst>
      </pc:sldChg>
      <pc:sldChg chg="addSp delSp modSp new mod modClrScheme chgLayout">
        <pc:chgData name="Eslam Hussien" userId="b063e3ea695cd788" providerId="LiveId" clId="{C35A1EAA-8B9F-437A-AEA4-1A6CE1968AF3}" dt="2026-04-11T21:34:03.759" v="3264" actId="478"/>
        <pc:sldMkLst>
          <pc:docMk/>
          <pc:sldMk cId="589685473" sldId="296"/>
        </pc:sldMkLst>
        <pc:spChg chg="add mod ord">
          <ac:chgData name="Eslam Hussien" userId="b063e3ea695cd788" providerId="LiveId" clId="{C35A1EAA-8B9F-437A-AEA4-1A6CE1968AF3}" dt="2026-03-12T11:50:11.910" v="470" actId="20577"/>
          <ac:spMkLst>
            <pc:docMk/>
            <pc:sldMk cId="589685473" sldId="296"/>
            <ac:spMk id="3" creationId="{FBBCF2DA-2D52-35EF-7B63-736A7EE62887}"/>
          </ac:spMkLst>
        </pc:spChg>
        <pc:spChg chg="add mod ord">
          <ac:chgData name="Eslam Hussien" userId="b063e3ea695cd788" providerId="LiveId" clId="{C35A1EAA-8B9F-437A-AEA4-1A6CE1968AF3}" dt="2026-03-12T11:43:37.689" v="355" actId="1038"/>
          <ac:spMkLst>
            <pc:docMk/>
            <pc:sldMk cId="589685473" sldId="296"/>
            <ac:spMk id="4" creationId="{3210F4BA-0F98-7D7A-19BD-40C97D55FBFC}"/>
          </ac:spMkLst>
        </pc:spChg>
        <pc:spChg chg="add mod ord">
          <ac:chgData name="Eslam Hussien" userId="b063e3ea695cd788" providerId="LiveId" clId="{C35A1EAA-8B9F-437A-AEA4-1A6CE1968AF3}" dt="2026-03-12T11:35:10.999" v="234" actId="1035"/>
          <ac:spMkLst>
            <pc:docMk/>
            <pc:sldMk cId="589685473" sldId="296"/>
            <ac:spMk id="5" creationId="{EBDFCB6D-6674-33B6-DFE8-FFCF37D176EC}"/>
          </ac:spMkLst>
        </pc:spChg>
        <pc:spChg chg="add mod">
          <ac:chgData name="Eslam Hussien" userId="b063e3ea695cd788" providerId="LiveId" clId="{C35A1EAA-8B9F-437A-AEA4-1A6CE1968AF3}" dt="2026-03-12T11:50:52.799" v="474" actId="207"/>
          <ac:spMkLst>
            <pc:docMk/>
            <pc:sldMk cId="589685473" sldId="296"/>
            <ac:spMk id="16" creationId="{03DC64E2-C29C-9C83-F02E-90C4E9FBEC94}"/>
          </ac:spMkLst>
        </pc:spChg>
        <pc:spChg chg="add mod">
          <ac:chgData name="Eslam Hussien" userId="b063e3ea695cd788" providerId="LiveId" clId="{C35A1EAA-8B9F-437A-AEA4-1A6CE1968AF3}" dt="2026-03-12T11:51:08.977" v="477" actId="20577"/>
          <ac:spMkLst>
            <pc:docMk/>
            <pc:sldMk cId="589685473" sldId="296"/>
            <ac:spMk id="17" creationId="{02604977-4432-ADB1-B3B8-01B66E892695}"/>
          </ac:spMkLst>
        </pc:spChg>
        <pc:spChg chg="add mod">
          <ac:chgData name="Eslam Hussien" userId="b063e3ea695cd788" providerId="LiveId" clId="{C35A1EAA-8B9F-437A-AEA4-1A6CE1968AF3}" dt="2026-03-12T11:51:28.763" v="480" actId="20577"/>
          <ac:spMkLst>
            <pc:docMk/>
            <pc:sldMk cId="589685473" sldId="296"/>
            <ac:spMk id="18" creationId="{A550E41C-89A1-C826-B5BB-A278D309AD52}"/>
          </ac:spMkLst>
        </pc:spChg>
        <pc:graphicFrameChg chg="add mod modGraphic">
          <ac:chgData name="Eslam Hussien" userId="b063e3ea695cd788" providerId="LiveId" clId="{C35A1EAA-8B9F-437A-AEA4-1A6CE1968AF3}" dt="2026-03-12T11:46:59.962" v="398" actId="1035"/>
          <ac:graphicFrameMkLst>
            <pc:docMk/>
            <pc:sldMk cId="589685473" sldId="296"/>
            <ac:graphicFrameMk id="9" creationId="{5ED8144E-385B-3EFB-F06C-28C064968B15}"/>
          </ac:graphicFrameMkLst>
        </pc:graphicFrameChg>
        <pc:graphicFrameChg chg="add mod ord modGraphic">
          <ac:chgData name="Eslam Hussien" userId="b063e3ea695cd788" providerId="LiveId" clId="{C35A1EAA-8B9F-437A-AEA4-1A6CE1968AF3}" dt="2026-03-12T11:46:59.962" v="398" actId="1035"/>
          <ac:graphicFrameMkLst>
            <pc:docMk/>
            <pc:sldMk cId="589685473" sldId="296"/>
            <ac:graphicFrameMk id="10" creationId="{D771E4B3-DED2-506A-9777-AE94BCDB251C}"/>
          </ac:graphicFrameMkLst>
        </pc:graphicFrameChg>
        <pc:graphicFrameChg chg="add mod modGraphic">
          <ac:chgData name="Eslam Hussien" userId="b063e3ea695cd788" providerId="LiveId" clId="{C35A1EAA-8B9F-437A-AEA4-1A6CE1968AF3}" dt="2026-03-12T11:47:07.434" v="428" actId="1035"/>
          <ac:graphicFrameMkLst>
            <pc:docMk/>
            <pc:sldMk cId="589685473" sldId="296"/>
            <ac:graphicFrameMk id="11" creationId="{F48A71A0-D73D-2F2A-C309-2D337A2AB0AC}"/>
          </ac:graphicFrameMkLst>
        </pc:graphicFrameChg>
        <pc:graphicFrameChg chg="add mod modGraphic">
          <ac:chgData name="Eslam Hussien" userId="b063e3ea695cd788" providerId="LiveId" clId="{C35A1EAA-8B9F-437A-AEA4-1A6CE1968AF3}" dt="2026-03-12T11:47:53.262" v="438" actId="113"/>
          <ac:graphicFrameMkLst>
            <pc:docMk/>
            <pc:sldMk cId="589685473" sldId="296"/>
            <ac:graphicFrameMk id="12" creationId="{95A8A400-55D5-B26B-E199-0622C693B283}"/>
          </ac:graphicFrameMkLst>
        </pc:graphicFrameChg>
        <pc:graphicFrameChg chg="add mod modGraphic">
          <ac:chgData name="Eslam Hussien" userId="b063e3ea695cd788" providerId="LiveId" clId="{C35A1EAA-8B9F-437A-AEA4-1A6CE1968AF3}" dt="2026-03-12T11:49:56.351" v="457"/>
          <ac:graphicFrameMkLst>
            <pc:docMk/>
            <pc:sldMk cId="589685473" sldId="296"/>
            <ac:graphicFrameMk id="13" creationId="{2AC00DF6-5937-060E-D12C-61D70E47E452}"/>
          </ac:graphicFrameMkLst>
        </pc:graphicFrameChg>
        <pc:graphicFrameChg chg="add mod modGraphic">
          <ac:chgData name="Eslam Hussien" userId="b063e3ea695cd788" providerId="LiveId" clId="{C35A1EAA-8B9F-437A-AEA4-1A6CE1968AF3}" dt="2026-03-12T11:49:10.993" v="443" actId="14100"/>
          <ac:graphicFrameMkLst>
            <pc:docMk/>
            <pc:sldMk cId="589685473" sldId="296"/>
            <ac:graphicFrameMk id="14" creationId="{D91BC628-75F0-9795-7DB6-A56703E54145}"/>
          </ac:graphicFrameMkLst>
        </pc:graphicFrameChg>
        <pc:inkChg chg="add del">
          <ac:chgData name="Eslam Hussien" userId="b063e3ea695cd788" providerId="LiveId" clId="{C35A1EAA-8B9F-437A-AEA4-1A6CE1968AF3}" dt="2026-04-11T21:34:03.759" v="3264" actId="478"/>
          <ac:inkMkLst>
            <pc:docMk/>
            <pc:sldMk cId="589685473" sldId="296"/>
            <ac:inkMk id="19" creationId="{2E8F4C1D-39BB-DDC4-D094-C1DAB258DD2E}"/>
          </ac:inkMkLst>
        </pc:inkChg>
      </pc:sldChg>
      <pc:sldChg chg="addSp delSp modSp new mod modClrScheme chgLayout">
        <pc:chgData name="Eslam Hussien" userId="b063e3ea695cd788" providerId="LiveId" clId="{C35A1EAA-8B9F-437A-AEA4-1A6CE1968AF3}" dt="2026-03-12T13:40:36.453" v="1507" actId="12385"/>
        <pc:sldMkLst>
          <pc:docMk/>
          <pc:sldMk cId="3923000730" sldId="297"/>
        </pc:sldMkLst>
        <pc:spChg chg="mod ord">
          <ac:chgData name="Eslam Hussien" userId="b063e3ea695cd788" providerId="LiveId" clId="{C35A1EAA-8B9F-437A-AEA4-1A6CE1968AF3}" dt="2026-03-12T13:37:45.644" v="1489" actId="700"/>
          <ac:spMkLst>
            <pc:docMk/>
            <pc:sldMk cId="3923000730" sldId="297"/>
            <ac:spMk id="7" creationId="{1743188B-2255-846D-359E-646A81B06FE0}"/>
          </ac:spMkLst>
        </pc:spChg>
        <pc:graphicFrameChg chg="add mod modGraphic">
          <ac:chgData name="Eslam Hussien" userId="b063e3ea695cd788" providerId="LiveId" clId="{C35A1EAA-8B9F-437A-AEA4-1A6CE1968AF3}" dt="2026-03-12T13:40:36.453" v="1507" actId="12385"/>
          <ac:graphicFrameMkLst>
            <pc:docMk/>
            <pc:sldMk cId="3923000730" sldId="297"/>
            <ac:graphicFrameMk id="17" creationId="{4393DF03-759F-6B3C-5F87-54115F2286E5}"/>
          </ac:graphicFrameMkLst>
        </pc:graphicFrameChg>
      </pc:sldChg>
      <pc:sldChg chg="addSp delSp modSp new mod modClrScheme chgLayout">
        <pc:chgData name="Eslam Hussien" userId="b063e3ea695cd788" providerId="LiveId" clId="{C35A1EAA-8B9F-437A-AEA4-1A6CE1968AF3}" dt="2026-03-12T12:37:41.178" v="1406" actId="20577"/>
        <pc:sldMkLst>
          <pc:docMk/>
          <pc:sldMk cId="996237718" sldId="299"/>
        </pc:sldMkLst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8" creationId="{47344576-AB3B-41F7-760D-2DDAD945919E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9" creationId="{67308EC2-8FB2-55DB-D87F-8B7BCF6A75BD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0" creationId="{71AC317F-F27D-119A-5407-9F9C24EF8A99}"/>
          </ac:spMkLst>
        </pc:spChg>
        <pc:spChg chg="add mod">
          <ac:chgData name="Eslam Hussien" userId="b063e3ea695cd788" providerId="LiveId" clId="{C35A1EAA-8B9F-437A-AEA4-1A6CE1968AF3}" dt="2026-03-12T12:34:41.990" v="1290" actId="14100"/>
          <ac:spMkLst>
            <pc:docMk/>
            <pc:sldMk cId="996237718" sldId="299"/>
            <ac:spMk id="11" creationId="{15A48113-E42C-E74B-030B-B8AAFBA1E5C6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2" creationId="{05E2AD47-5CAE-7850-4F61-A6A5F5688390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3" creationId="{CC910943-5A76-D696-F625-F8AEF5ADB22B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4" creationId="{F6B0065B-2856-C9A1-8EDE-FFCFB6C4587A}"/>
          </ac:spMkLst>
        </pc:spChg>
        <pc:spChg chg="add mod or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6" creationId="{18C30F7E-75EF-90D3-24A6-6BBA138ADC40}"/>
          </ac:spMkLst>
        </pc:spChg>
        <pc:spChg chg="add mod">
          <ac:chgData name="Eslam Hussien" userId="b063e3ea695cd788" providerId="LiveId" clId="{C35A1EAA-8B9F-437A-AEA4-1A6CE1968AF3}" dt="2026-03-12T12:35:07.749" v="1332" actId="1036"/>
          <ac:spMkLst>
            <pc:docMk/>
            <pc:sldMk cId="996237718" sldId="299"/>
            <ac:spMk id="17" creationId="{7DD8396E-A11F-3F0B-9A92-4156982F03FB}"/>
          </ac:spMkLst>
        </pc:spChg>
        <pc:spChg chg="add mod">
          <ac:chgData name="Eslam Hussien" userId="b063e3ea695cd788" providerId="LiveId" clId="{C35A1EAA-8B9F-437A-AEA4-1A6CE1968AF3}" dt="2026-03-12T12:34:22.830" v="1289" actId="27636"/>
          <ac:spMkLst>
            <pc:docMk/>
            <pc:sldMk cId="996237718" sldId="299"/>
            <ac:spMk id="18" creationId="{8A9563A7-3F6F-4F0B-69D1-A9BD8EBA10C7}"/>
          </ac:spMkLst>
        </pc:spChg>
        <pc:spChg chg="add mod">
          <ac:chgData name="Eslam Hussien" userId="b063e3ea695cd788" providerId="LiveId" clId="{C35A1EAA-8B9F-437A-AEA4-1A6CE1968AF3}" dt="2026-03-12T12:35:22.544" v="1352" actId="20577"/>
          <ac:spMkLst>
            <pc:docMk/>
            <pc:sldMk cId="996237718" sldId="299"/>
            <ac:spMk id="19" creationId="{1FB74F51-29AB-3E7D-901E-F3B154EE4D43}"/>
          </ac:spMkLst>
        </pc:spChg>
        <pc:spChg chg="add mod">
          <ac:chgData name="Eslam Hussien" userId="b063e3ea695cd788" providerId="LiveId" clId="{C35A1EAA-8B9F-437A-AEA4-1A6CE1968AF3}" dt="2026-03-12T12:37:41.178" v="1406" actId="20577"/>
          <ac:spMkLst>
            <pc:docMk/>
            <pc:sldMk cId="996237718" sldId="299"/>
            <ac:spMk id="20" creationId="{CA8ADF65-732A-3DED-96EF-C0ED08211D49}"/>
          </ac:spMkLst>
        </pc:spChg>
      </pc:sldChg>
      <pc:sldChg chg="addSp modSp add mod">
        <pc:chgData name="Eslam Hussien" userId="b063e3ea695cd788" providerId="LiveId" clId="{C35A1EAA-8B9F-437A-AEA4-1A6CE1968AF3}" dt="2026-03-12T16:00:48.412" v="2977" actId="20577"/>
        <pc:sldMkLst>
          <pc:docMk/>
          <pc:sldMk cId="3604573724" sldId="300"/>
        </pc:sldMkLst>
        <pc:spChg chg="mod">
          <ac:chgData name="Eslam Hussien" userId="b063e3ea695cd788" providerId="LiveId" clId="{C35A1EAA-8B9F-437A-AEA4-1A6CE1968AF3}" dt="2026-03-12T13:41:21.856" v="1539" actId="20577"/>
          <ac:spMkLst>
            <pc:docMk/>
            <pc:sldMk cId="3604573724" sldId="300"/>
            <ac:spMk id="2" creationId="{CACAE195-7A3A-45B3-870D-9FCFB34BF4C1}"/>
          </ac:spMkLst>
        </pc:spChg>
        <pc:spChg chg="add mod">
          <ac:chgData name="Eslam Hussien" userId="b063e3ea695cd788" providerId="LiveId" clId="{C35A1EAA-8B9F-437A-AEA4-1A6CE1968AF3}" dt="2026-03-12T16:00:48.412" v="2977" actId="20577"/>
          <ac:spMkLst>
            <pc:docMk/>
            <pc:sldMk cId="3604573724" sldId="300"/>
            <ac:spMk id="4" creationId="{E90E9DD3-2EC9-4576-0328-DB8955A04102}"/>
          </ac:spMkLst>
        </pc:spChg>
      </pc:sldChg>
      <pc:sldChg chg="delSp modSp new mod modClrScheme chgLayout">
        <pc:chgData name="Eslam Hussien" userId="b063e3ea695cd788" providerId="LiveId" clId="{C35A1EAA-8B9F-437A-AEA4-1A6CE1968AF3}" dt="2026-03-12T13:36:45.115" v="1486" actId="20577"/>
        <pc:sldMkLst>
          <pc:docMk/>
          <pc:sldMk cId="2370032947" sldId="301"/>
        </pc:sldMkLst>
        <pc:spChg chg="mod">
          <ac:chgData name="Eslam Hussien" userId="b063e3ea695cd788" providerId="LiveId" clId="{C35A1EAA-8B9F-437A-AEA4-1A6CE1968AF3}" dt="2026-03-12T13:30:28.350" v="1481" actId="20577"/>
          <ac:spMkLst>
            <pc:docMk/>
            <pc:sldMk cId="2370032947" sldId="301"/>
            <ac:spMk id="2" creationId="{88CE8A71-087D-A7C3-104D-954EEE9EC01C}"/>
          </ac:spMkLst>
        </pc:spChg>
        <pc:spChg chg="mod">
          <ac:chgData name="Eslam Hussien" userId="b063e3ea695cd788" providerId="LiveId" clId="{C35A1EAA-8B9F-437A-AEA4-1A6CE1968AF3}" dt="2026-03-12T13:36:45.115" v="1486" actId="20577"/>
          <ac:spMkLst>
            <pc:docMk/>
            <pc:sldMk cId="2370032947" sldId="301"/>
            <ac:spMk id="3" creationId="{A089BB86-2EB0-F19D-5979-76ACE5927F06}"/>
          </ac:spMkLst>
        </pc:spChg>
        <pc:spChg chg="mod">
          <ac:chgData name="Eslam Hussien" userId="b063e3ea695cd788" providerId="LiveId" clId="{C35A1EAA-8B9F-437A-AEA4-1A6CE1968AF3}" dt="2026-03-12T13:30:12.511" v="1468" actId="26606"/>
          <ac:spMkLst>
            <pc:docMk/>
            <pc:sldMk cId="2370032947" sldId="301"/>
            <ac:spMk id="7" creationId="{DF2F0863-44DD-BA1A-BB11-48A67EBC89DA}"/>
          </ac:spMkLst>
        </pc:spChg>
      </pc:sldChg>
      <pc:sldChg chg="add">
        <pc:chgData name="Eslam Hussien" userId="b063e3ea695cd788" providerId="LiveId" clId="{C35A1EAA-8B9F-437A-AEA4-1A6CE1968AF3}" dt="2026-03-12T13:41:06.418" v="1508" actId="2890"/>
        <pc:sldMkLst>
          <pc:docMk/>
          <pc:sldMk cId="898983358" sldId="302"/>
        </pc:sldMkLst>
      </pc:sldChg>
      <pc:sldChg chg="addSp delSp modSp new mod ord modClrScheme chgLayout">
        <pc:chgData name="Eslam Hussien" userId="b063e3ea695cd788" providerId="LiveId" clId="{C35A1EAA-8B9F-437A-AEA4-1A6CE1968AF3}" dt="2026-03-24T16:18:21.769" v="3254"/>
        <pc:sldMkLst>
          <pc:docMk/>
          <pc:sldMk cId="567184013" sldId="303"/>
        </pc:sldMkLst>
        <pc:spChg chg="add mod ord">
          <ac:chgData name="Eslam Hussien" userId="b063e3ea695cd788" providerId="LiveId" clId="{C35A1EAA-8B9F-437A-AEA4-1A6CE1968AF3}" dt="2026-03-12T14:10:43.829" v="1831" actId="1076"/>
          <ac:spMkLst>
            <pc:docMk/>
            <pc:sldMk cId="567184013" sldId="303"/>
            <ac:spMk id="3" creationId="{60E338D1-80B9-727E-C209-DF1AF589A81A}"/>
          </ac:spMkLst>
        </pc:spChg>
        <pc:spChg chg="add mod ord">
          <ac:chgData name="Eslam Hussien" userId="b063e3ea695cd788" providerId="LiveId" clId="{C35A1EAA-8B9F-437A-AEA4-1A6CE1968AF3}" dt="2026-03-12T14:14:08.061" v="1863" actId="20577"/>
          <ac:spMkLst>
            <pc:docMk/>
            <pc:sldMk cId="567184013" sldId="303"/>
            <ac:spMk id="6" creationId="{BD619DB3-5C0F-17A1-DD22-2CD9820C270B}"/>
          </ac:spMkLst>
        </pc:spChg>
        <pc:picChg chg="add mod ord">
          <ac:chgData name="Eslam Hussien" userId="b063e3ea695cd788" providerId="LiveId" clId="{C35A1EAA-8B9F-437A-AEA4-1A6CE1968AF3}" dt="2026-03-12T14:11:40.875" v="1848" actId="14100"/>
          <ac:picMkLst>
            <pc:docMk/>
            <pc:sldMk cId="567184013" sldId="303"/>
            <ac:picMk id="9" creationId="{57918FA4-71B3-50AB-58A9-6F9E323090B7}"/>
          </ac:picMkLst>
        </pc:picChg>
      </pc:sldChg>
      <pc:sldChg chg="addSp delSp modSp new mod modClrScheme chgLayout">
        <pc:chgData name="Eslam Hussien" userId="b063e3ea695cd788" providerId="LiveId" clId="{C35A1EAA-8B9F-437A-AEA4-1A6CE1968AF3}" dt="2026-03-12T14:29:33.510" v="2152" actId="20577"/>
        <pc:sldMkLst>
          <pc:docMk/>
          <pc:sldMk cId="3168084774" sldId="304"/>
        </pc:sldMkLst>
        <pc:spChg chg="mod ord">
          <ac:chgData name="Eslam Hussien" userId="b063e3ea695cd788" providerId="LiveId" clId="{C35A1EAA-8B9F-437A-AEA4-1A6CE1968AF3}" dt="2026-03-12T14:18:02.734" v="1878" actId="700"/>
          <ac:spMkLst>
            <pc:docMk/>
            <pc:sldMk cId="3168084774" sldId="304"/>
            <ac:spMk id="4" creationId="{91788584-E24B-CF86-EDBE-51D905F67EDC}"/>
          </ac:spMkLst>
        </pc:spChg>
        <pc:spChg chg="add mod ord">
          <ac:chgData name="Eslam Hussien" userId="b063e3ea695cd788" providerId="LiveId" clId="{C35A1EAA-8B9F-437A-AEA4-1A6CE1968AF3}" dt="2026-03-12T14:18:45.263" v="1910" actId="14100"/>
          <ac:spMkLst>
            <pc:docMk/>
            <pc:sldMk cId="3168084774" sldId="304"/>
            <ac:spMk id="6" creationId="{93DEE2CB-9BBA-C737-AA23-637842B02437}"/>
          </ac:spMkLst>
        </pc:spChg>
        <pc:spChg chg="add mod ord">
          <ac:chgData name="Eslam Hussien" userId="b063e3ea695cd788" providerId="LiveId" clId="{C35A1EAA-8B9F-437A-AEA4-1A6CE1968AF3}" dt="2026-03-12T14:28:15.187" v="2138" actId="14100"/>
          <ac:spMkLst>
            <pc:docMk/>
            <pc:sldMk cId="3168084774" sldId="304"/>
            <ac:spMk id="8" creationId="{6A001706-3C7E-08AD-5344-414A307FD1FB}"/>
          </ac:spMkLst>
        </pc:spChg>
        <pc:spChg chg="add mod">
          <ac:chgData name="Eslam Hussien" userId="b063e3ea695cd788" providerId="LiveId" clId="{C35A1EAA-8B9F-437A-AEA4-1A6CE1968AF3}" dt="2026-03-12T14:29:33.510" v="2152" actId="20577"/>
          <ac:spMkLst>
            <pc:docMk/>
            <pc:sldMk cId="3168084774" sldId="304"/>
            <ac:spMk id="11" creationId="{F6288F82-4AB9-B399-AD00-FC96369C0F06}"/>
          </ac:spMkLst>
        </pc:spChg>
        <pc:picChg chg="add mod ord">
          <ac:chgData name="Eslam Hussien" userId="b063e3ea695cd788" providerId="LiveId" clId="{C35A1EAA-8B9F-437A-AEA4-1A6CE1968AF3}" dt="2026-03-12T14:29:05.647" v="2140" actId="14100"/>
          <ac:picMkLst>
            <pc:docMk/>
            <pc:sldMk cId="3168084774" sldId="304"/>
            <ac:picMk id="13" creationId="{0513B81A-4916-469E-5ADB-539BAD06E5B3}"/>
          </ac:picMkLst>
        </pc:picChg>
      </pc:sldChg>
      <pc:sldChg chg="addSp delSp modSp add mod">
        <pc:chgData name="Eslam Hussien" userId="b063e3ea695cd788" providerId="LiveId" clId="{C35A1EAA-8B9F-437A-AEA4-1A6CE1968AF3}" dt="2026-03-12T14:48:09.948" v="2225" actId="207"/>
        <pc:sldMkLst>
          <pc:docMk/>
          <pc:sldMk cId="2558728191" sldId="305"/>
        </pc:sldMkLst>
        <pc:spChg chg="mod">
          <ac:chgData name="Eslam Hussien" userId="b063e3ea695cd788" providerId="LiveId" clId="{C35A1EAA-8B9F-437A-AEA4-1A6CE1968AF3}" dt="2026-03-12T14:31:27.290" v="2162" actId="20577"/>
          <ac:spMkLst>
            <pc:docMk/>
            <pc:sldMk cId="2558728191" sldId="305"/>
            <ac:spMk id="6" creationId="{F95F5924-60E6-ED9D-8F4C-A3B65A28CC0E}"/>
          </ac:spMkLst>
        </pc:spChg>
        <pc:spChg chg="add del mod">
          <ac:chgData name="Eslam Hussien" userId="b063e3ea695cd788" providerId="LiveId" clId="{C35A1EAA-8B9F-437A-AEA4-1A6CE1968AF3}" dt="2026-03-12T14:48:09.948" v="2225" actId="207"/>
          <ac:spMkLst>
            <pc:docMk/>
            <pc:sldMk cId="2558728191" sldId="305"/>
            <ac:spMk id="11" creationId="{8FD82156-06E3-B914-8D07-79FBE027A0AE}"/>
          </ac:spMkLst>
        </pc:spChg>
        <pc:picChg chg="add mod">
          <ac:chgData name="Eslam Hussien" userId="b063e3ea695cd788" providerId="LiveId" clId="{C35A1EAA-8B9F-437A-AEA4-1A6CE1968AF3}" dt="2026-03-12T14:47:44.735" v="2223" actId="1076"/>
          <ac:picMkLst>
            <pc:docMk/>
            <pc:sldMk cId="2558728191" sldId="305"/>
            <ac:picMk id="7170" creationId="{9D26DAC2-92AD-7448-AB4D-7F77EC2C669B}"/>
          </ac:picMkLst>
        </pc:picChg>
      </pc:sldChg>
      <pc:sldChg chg="addSp delSp modSp add mod">
        <pc:chgData name="Eslam Hussien" userId="b063e3ea695cd788" providerId="LiveId" clId="{C35A1EAA-8B9F-437A-AEA4-1A6CE1968AF3}" dt="2026-03-12T14:49:56.304" v="2241" actId="1076"/>
        <pc:sldMkLst>
          <pc:docMk/>
          <pc:sldMk cId="3769909910" sldId="306"/>
        </pc:sldMkLst>
        <pc:spChg chg="add mod">
          <ac:chgData name="Eslam Hussien" userId="b063e3ea695cd788" providerId="LiveId" clId="{C35A1EAA-8B9F-437A-AEA4-1A6CE1968AF3}" dt="2026-03-12T14:49:56.304" v="2241" actId="1076"/>
          <ac:spMkLst>
            <pc:docMk/>
            <pc:sldMk cId="3769909910" sldId="306"/>
            <ac:spMk id="5" creationId="{E89DDFFF-8F7B-8AB1-10D6-F6E5B2CC52EE}"/>
          </ac:spMkLst>
        </pc:spChg>
        <pc:picChg chg="add mod">
          <ac:chgData name="Eslam Hussien" userId="b063e3ea695cd788" providerId="LiveId" clId="{C35A1EAA-8B9F-437A-AEA4-1A6CE1968AF3}" dt="2026-03-12T14:49:52.077" v="2240" actId="167"/>
          <ac:picMkLst>
            <pc:docMk/>
            <pc:sldMk cId="3769909910" sldId="306"/>
            <ac:picMk id="8197" creationId="{889C221D-9499-720A-523F-4BDDD5B5659E}"/>
          </ac:picMkLst>
        </pc:picChg>
      </pc:sldChg>
      <pc:sldChg chg="addSp delSp modSp add mod">
        <pc:chgData name="Eslam Hussien" userId="b063e3ea695cd788" providerId="LiveId" clId="{C35A1EAA-8B9F-437A-AEA4-1A6CE1968AF3}" dt="2026-03-12T14:54:51.910" v="2259" actId="14100"/>
        <pc:sldMkLst>
          <pc:docMk/>
          <pc:sldMk cId="2258185590" sldId="307"/>
        </pc:sldMkLst>
        <pc:spChg chg="add mod">
          <ac:chgData name="Eslam Hussien" userId="b063e3ea695cd788" providerId="LiveId" clId="{C35A1EAA-8B9F-437A-AEA4-1A6CE1968AF3}" dt="2026-03-12T14:54:51.910" v="2259" actId="14100"/>
          <ac:spMkLst>
            <pc:docMk/>
            <pc:sldMk cId="2258185590" sldId="307"/>
            <ac:spMk id="8" creationId="{7D4019BC-41F6-AF3D-2A99-0EF0F6567DC8}"/>
          </ac:spMkLst>
        </pc:spChg>
        <pc:picChg chg="add mod">
          <ac:chgData name="Eslam Hussien" userId="b063e3ea695cd788" providerId="LiveId" clId="{C35A1EAA-8B9F-437A-AEA4-1A6CE1968AF3}" dt="2026-03-12T14:53:49.822" v="2247" actId="1076"/>
          <ac:picMkLst>
            <pc:docMk/>
            <pc:sldMk cId="2258185590" sldId="307"/>
            <ac:picMk id="9220" creationId="{A43CEDA4-BFE5-A252-A241-757BEBD50508}"/>
          </ac:picMkLst>
        </pc:picChg>
      </pc:sldChg>
      <pc:sldChg chg="addSp delSp modSp add mod">
        <pc:chgData name="Eslam Hussien" userId="b063e3ea695cd788" providerId="LiveId" clId="{C35A1EAA-8B9F-437A-AEA4-1A6CE1968AF3}" dt="2026-03-12T14:56:59.479" v="2275" actId="14100"/>
        <pc:sldMkLst>
          <pc:docMk/>
          <pc:sldMk cId="3717152289" sldId="308"/>
        </pc:sldMkLst>
        <pc:spChg chg="add mod">
          <ac:chgData name="Eslam Hussien" userId="b063e3ea695cd788" providerId="LiveId" clId="{C35A1EAA-8B9F-437A-AEA4-1A6CE1968AF3}" dt="2026-03-12T14:56:45.290" v="2273" actId="207"/>
          <ac:spMkLst>
            <pc:docMk/>
            <pc:sldMk cId="3717152289" sldId="308"/>
            <ac:spMk id="5" creationId="{7CC3C6EB-C057-1691-02B5-76DC3F1304AE}"/>
          </ac:spMkLst>
        </pc:spChg>
        <pc:picChg chg="add mod">
          <ac:chgData name="Eslam Hussien" userId="b063e3ea695cd788" providerId="LiveId" clId="{C35A1EAA-8B9F-437A-AEA4-1A6CE1968AF3}" dt="2026-03-12T14:56:59.479" v="2275" actId="14100"/>
          <ac:picMkLst>
            <pc:docMk/>
            <pc:sldMk cId="3717152289" sldId="308"/>
            <ac:picMk id="10242" creationId="{549BEC8C-7669-693E-B601-605147B7C6DC}"/>
          </ac:picMkLst>
        </pc:picChg>
      </pc:sldChg>
      <pc:sldChg chg="addSp delSp modSp new mod">
        <pc:chgData name="Eslam Hussien" userId="b063e3ea695cd788" providerId="LiveId" clId="{C35A1EAA-8B9F-437A-AEA4-1A6CE1968AF3}" dt="2026-03-12T15:59:32.910" v="2938" actId="20577"/>
        <pc:sldMkLst>
          <pc:docMk/>
          <pc:sldMk cId="2884473169" sldId="309"/>
        </pc:sldMkLst>
        <pc:spChg chg="add mod">
          <ac:chgData name="Eslam Hussien" userId="b063e3ea695cd788" providerId="LiveId" clId="{C35A1EAA-8B9F-437A-AEA4-1A6CE1968AF3}" dt="2026-03-12T15:59:32.910" v="2938" actId="20577"/>
          <ac:spMkLst>
            <pc:docMk/>
            <pc:sldMk cId="2884473169" sldId="309"/>
            <ac:spMk id="11" creationId="{1FE4C696-4799-F140-2E65-0148256683B1}"/>
          </ac:spMkLst>
        </pc:spChg>
        <pc:picChg chg="add mod">
          <ac:chgData name="Eslam Hussien" userId="b063e3ea695cd788" providerId="LiveId" clId="{C35A1EAA-8B9F-437A-AEA4-1A6CE1968AF3}" dt="2026-03-12T15:56:26.340" v="2927" actId="14100"/>
          <ac:picMkLst>
            <pc:docMk/>
            <pc:sldMk cId="2884473169" sldId="309"/>
            <ac:picMk id="12" creationId="{CCD9D7BC-8C7C-2FBC-8AE5-0812C412C2D3}"/>
          </ac:picMkLst>
        </pc:picChg>
      </pc:sldChg>
      <pc:sldChg chg="addSp delSp modSp add mod">
        <pc:chgData name="Eslam Hussien" userId="b063e3ea695cd788" providerId="LiveId" clId="{C35A1EAA-8B9F-437A-AEA4-1A6CE1968AF3}" dt="2026-03-12T15:06:13.313" v="2324" actId="14100"/>
        <pc:sldMkLst>
          <pc:docMk/>
          <pc:sldMk cId="263117153" sldId="310"/>
        </pc:sldMkLst>
        <pc:spChg chg="add mod">
          <ac:chgData name="Eslam Hussien" userId="b063e3ea695cd788" providerId="LiveId" clId="{C35A1EAA-8B9F-437A-AEA4-1A6CE1968AF3}" dt="2026-03-12T15:06:13.313" v="2324" actId="14100"/>
          <ac:spMkLst>
            <pc:docMk/>
            <pc:sldMk cId="263117153" sldId="310"/>
            <ac:spMk id="3" creationId="{24BD7D23-6186-8A11-622C-3677079C8DED}"/>
          </ac:spMkLst>
        </pc:spChg>
        <pc:picChg chg="add mod">
          <ac:chgData name="Eslam Hussien" userId="b063e3ea695cd788" providerId="LiveId" clId="{C35A1EAA-8B9F-437A-AEA4-1A6CE1968AF3}" dt="2026-03-12T15:00:42.385" v="2297" actId="14100"/>
          <ac:picMkLst>
            <pc:docMk/>
            <pc:sldMk cId="263117153" sldId="310"/>
            <ac:picMk id="11266" creationId="{6E88E6F9-64B8-5ACC-3FA3-6ECD1D1684A7}"/>
          </ac:picMkLst>
        </pc:picChg>
      </pc:sldChg>
      <pc:sldChg chg="addSp delSp modSp new mod chgLayout">
        <pc:chgData name="Eslam Hussien" userId="b063e3ea695cd788" providerId="LiveId" clId="{C35A1EAA-8B9F-437A-AEA4-1A6CE1968AF3}" dt="2026-03-12T15:55:53.976" v="2923" actId="20577"/>
        <pc:sldMkLst>
          <pc:docMk/>
          <pc:sldMk cId="289871140" sldId="311"/>
        </pc:sldMkLst>
        <pc:spChg chg="mod ord">
          <ac:chgData name="Eslam Hussien" userId="b063e3ea695cd788" providerId="LiveId" clId="{C35A1EAA-8B9F-437A-AEA4-1A6CE1968AF3}" dt="2026-03-12T15:23:08.869" v="2518" actId="1076"/>
          <ac:spMkLst>
            <pc:docMk/>
            <pc:sldMk cId="289871140" sldId="311"/>
            <ac:spMk id="2" creationId="{99685566-1141-6B62-86DF-BC0C467C9E05}"/>
          </ac:spMkLst>
        </pc:spChg>
        <pc:spChg chg="mod ord">
          <ac:chgData name="Eslam Hussien" userId="b063e3ea695cd788" providerId="LiveId" clId="{C35A1EAA-8B9F-437A-AEA4-1A6CE1968AF3}" dt="2026-03-12T15:19:57.575" v="2483" actId="700"/>
          <ac:spMkLst>
            <pc:docMk/>
            <pc:sldMk cId="289871140" sldId="311"/>
            <ac:spMk id="7" creationId="{0E19E1FB-FB46-CF28-CC44-7554C05BA0E7}"/>
          </ac:spMkLst>
        </pc:spChg>
        <pc:spChg chg="add mod ord">
          <ac:chgData name="Eslam Hussien" userId="b063e3ea695cd788" providerId="LiveId" clId="{C35A1EAA-8B9F-437A-AEA4-1A6CE1968AF3}" dt="2026-03-12T15:55:53.976" v="2923" actId="20577"/>
          <ac:spMkLst>
            <pc:docMk/>
            <pc:sldMk cId="289871140" sldId="311"/>
            <ac:spMk id="9" creationId="{B0C4BCBB-5653-BE4B-6524-F44F5B11B98F}"/>
          </ac:spMkLst>
        </pc:spChg>
        <pc:picChg chg="add mod">
          <ac:chgData name="Eslam Hussien" userId="b063e3ea695cd788" providerId="LiveId" clId="{C35A1EAA-8B9F-437A-AEA4-1A6CE1968AF3}" dt="2026-03-12T15:23:46.299" v="2523" actId="732"/>
          <ac:picMkLst>
            <pc:docMk/>
            <pc:sldMk cId="289871140" sldId="311"/>
            <ac:picMk id="10" creationId="{790C8BFC-4CB1-4D90-CEF4-24EB847A172C}"/>
          </ac:picMkLst>
        </pc:picChg>
      </pc:sldChg>
      <pc:sldChg chg="addSp delSp modSp new mod modClrScheme chgLayout">
        <pc:chgData name="Eslam Hussien" userId="b063e3ea695cd788" providerId="LiveId" clId="{C35A1EAA-8B9F-437A-AEA4-1A6CE1968AF3}" dt="2026-03-12T16:04:49.701" v="3144" actId="1076"/>
        <pc:sldMkLst>
          <pc:docMk/>
          <pc:sldMk cId="1459285348" sldId="312"/>
        </pc:sldMkLst>
        <pc:spChg chg="mod ord">
          <ac:chgData name="Eslam Hussien" userId="b063e3ea695cd788" providerId="LiveId" clId="{C35A1EAA-8B9F-437A-AEA4-1A6CE1968AF3}" dt="2026-03-12T16:01:10.429" v="2978" actId="700"/>
          <ac:spMkLst>
            <pc:docMk/>
            <pc:sldMk cId="1459285348" sldId="312"/>
            <ac:spMk id="7" creationId="{288BDCD4-0B0B-7EB1-FA4A-34A444810F96}"/>
          </ac:spMkLst>
        </pc:spChg>
        <pc:spChg chg="add mod ord">
          <ac:chgData name="Eslam Hussien" userId="b063e3ea695cd788" providerId="LiveId" clId="{C35A1EAA-8B9F-437A-AEA4-1A6CE1968AF3}" dt="2026-03-12T16:01:24.549" v="3007" actId="20577"/>
          <ac:spMkLst>
            <pc:docMk/>
            <pc:sldMk cId="1459285348" sldId="312"/>
            <ac:spMk id="8" creationId="{6258FFB5-2025-F7C2-FA3A-ED77E763A5AE}"/>
          </ac:spMkLst>
        </pc:spChg>
        <pc:spChg chg="add mod ord">
          <ac:chgData name="Eslam Hussien" userId="b063e3ea695cd788" providerId="LiveId" clId="{C35A1EAA-8B9F-437A-AEA4-1A6CE1968AF3}" dt="2026-03-12T16:03:29.701" v="3124" actId="27636"/>
          <ac:spMkLst>
            <pc:docMk/>
            <pc:sldMk cId="1459285348" sldId="312"/>
            <ac:spMk id="9" creationId="{CB69CE4C-9DB8-8848-6F6C-533B2F6F6B9B}"/>
          </ac:spMkLst>
        </pc:spChg>
        <pc:spChg chg="add mod ord">
          <ac:chgData name="Eslam Hussien" userId="b063e3ea695cd788" providerId="LiveId" clId="{C35A1EAA-8B9F-437A-AEA4-1A6CE1968AF3}" dt="2026-03-12T16:04:07.205" v="3135" actId="108"/>
          <ac:spMkLst>
            <pc:docMk/>
            <pc:sldMk cId="1459285348" sldId="312"/>
            <ac:spMk id="10" creationId="{15B5DF98-F747-394D-95B3-6548D259490B}"/>
          </ac:spMkLst>
        </pc:spChg>
        <pc:spChg chg="add del mod ord">
          <ac:chgData name="Eslam Hussien" userId="b063e3ea695cd788" providerId="LiveId" clId="{C35A1EAA-8B9F-437A-AEA4-1A6CE1968AF3}" dt="2026-03-12T16:04:37.218" v="3143" actId="5793"/>
          <ac:spMkLst>
            <pc:docMk/>
            <pc:sldMk cId="1459285348" sldId="312"/>
            <ac:spMk id="11" creationId="{03269B67-FD14-2441-701C-9F92B875BA0A}"/>
          </ac:spMkLst>
        </pc:spChg>
        <pc:spChg chg="add mod">
          <ac:chgData name="Eslam Hussien" userId="b063e3ea695cd788" providerId="LiveId" clId="{C35A1EAA-8B9F-437A-AEA4-1A6CE1968AF3}" dt="2026-03-12T16:04:49.701" v="3144" actId="1076"/>
          <ac:spMkLst>
            <pc:docMk/>
            <pc:sldMk cId="1459285348" sldId="312"/>
            <ac:spMk id="14" creationId="{D355BE74-A2CC-91B1-73BD-E6DBF18E7CE9}"/>
          </ac:spMkLst>
        </pc:spChg>
      </pc:sldChg>
      <pc:sldChg chg="addSp delSp modSp new mod">
        <pc:chgData name="Eslam Hussien" userId="b063e3ea695cd788" providerId="LiveId" clId="{C35A1EAA-8B9F-437A-AEA4-1A6CE1968AF3}" dt="2026-03-26T02:46:46.865" v="3263" actId="20577"/>
        <pc:sldMkLst>
          <pc:docMk/>
          <pc:sldMk cId="306369007" sldId="313"/>
        </pc:sldMkLst>
        <pc:spChg chg="mod">
          <ac:chgData name="Eslam Hussien" userId="b063e3ea695cd788" providerId="LiveId" clId="{C35A1EAA-8B9F-437A-AEA4-1A6CE1968AF3}" dt="2026-03-26T02:46:46.865" v="3263" actId="20577"/>
          <ac:spMkLst>
            <pc:docMk/>
            <pc:sldMk cId="306369007" sldId="313"/>
            <ac:spMk id="3" creationId="{99E29243-5E27-F1AB-275C-2926A848DEF3}"/>
          </ac:spMkLst>
        </pc:spChg>
        <pc:spChg chg="mod">
          <ac:chgData name="Eslam Hussien" userId="b063e3ea695cd788" providerId="LiveId" clId="{C35A1EAA-8B9F-437A-AEA4-1A6CE1968AF3}" dt="2026-03-12T16:14:58.717" v="3241" actId="1076"/>
          <ac:spMkLst>
            <pc:docMk/>
            <pc:sldMk cId="306369007" sldId="313"/>
            <ac:spMk id="4" creationId="{2395496D-3740-E373-AB27-4674E888F73D}"/>
          </ac:spMkLst>
        </pc:spChg>
        <pc:picChg chg="add mod">
          <ac:chgData name="Eslam Hussien" userId="b063e3ea695cd788" providerId="LiveId" clId="{C35A1EAA-8B9F-437A-AEA4-1A6CE1968AF3}" dt="2026-03-12T16:14:52.864" v="3240" actId="14100"/>
          <ac:picMkLst>
            <pc:docMk/>
            <pc:sldMk cId="306369007" sldId="313"/>
            <ac:picMk id="15366" creationId="{7CF82986-D426-EAE6-2675-CC1C634E0374}"/>
          </ac:picMkLst>
        </pc:picChg>
      </pc:sldChg>
      <pc:sldChg chg="addSp delSp modSp add mod">
        <pc:chgData name="Eslam Hussien" userId="b063e3ea695cd788" providerId="LiveId" clId="{C35A1EAA-8B9F-437A-AEA4-1A6CE1968AF3}" dt="2026-03-12T16:15:38.646" v="3246" actId="14100"/>
        <pc:sldMkLst>
          <pc:docMk/>
          <pc:sldMk cId="2504976800" sldId="314"/>
        </pc:sldMkLst>
        <pc:spChg chg="mod">
          <ac:chgData name="Eslam Hussien" userId="b063e3ea695cd788" providerId="LiveId" clId="{C35A1EAA-8B9F-437A-AEA4-1A6CE1968AF3}" dt="2026-03-12T16:12:52.424" v="3217" actId="1076"/>
          <ac:spMkLst>
            <pc:docMk/>
            <pc:sldMk cId="2504976800" sldId="314"/>
            <ac:spMk id="3" creationId="{9223CA51-4B26-84A9-F512-3E5007ABD775}"/>
          </ac:spMkLst>
        </pc:spChg>
        <pc:picChg chg="add mod">
          <ac:chgData name="Eslam Hussien" userId="b063e3ea695cd788" providerId="LiveId" clId="{C35A1EAA-8B9F-437A-AEA4-1A6CE1968AF3}" dt="2026-03-12T16:15:38.646" v="3246" actId="14100"/>
          <ac:picMkLst>
            <pc:docMk/>
            <pc:sldMk cId="2504976800" sldId="314"/>
            <ac:picMk id="16386" creationId="{7961C992-AA17-58DE-8A96-F9789B17B273}"/>
          </ac:picMkLst>
        </pc:picChg>
      </pc:sldChg>
      <pc:sldChg chg="addSp add">
        <pc:chgData name="Eslam Hussien" userId="b063e3ea695cd788" providerId="LiveId" clId="{C35A1EAA-8B9F-437A-AEA4-1A6CE1968AF3}" dt="2026-03-13T00:08:24.378" v="3251"/>
        <pc:sldMkLst>
          <pc:docMk/>
          <pc:sldMk cId="4250536180" sldId="316"/>
        </pc:sldMkLst>
        <pc:inkChg chg="add">
          <ac:chgData name="Eslam Hussien" userId="b063e3ea695cd788" providerId="LiveId" clId="{C35A1EAA-8B9F-437A-AEA4-1A6CE1968AF3}" dt="2026-03-13T00:08:24.378" v="3251"/>
          <ac:inkMkLst>
            <pc:docMk/>
            <pc:sldMk cId="4250536180" sldId="316"/>
            <ac:inkMk id="2" creationId="{A8728FB1-B295-7C9B-7800-5BF8F93A6869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8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29.85507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3-12T16:44:51.3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2937 8824 0,'-291'-27'250,"-66"-12"-219,277 26-15,54 13-16,-1 0 16,-12 0-1,25 0-15,1 0 16,-13 0-1,13 0 1,-1 0 0,1 0-1,0 0-15,0 0 16,-14-14 0,-26 14 30,27 0-30,13 0 0,-1 0-1,1 0 1,13-13 31</inkml:trace>
  <inkml:trace contextRef="#ctx0" brushRef="#br0" timeOffset="3594.68">3056 9604 0,'-185'0'187,"-318"-39"-156,450 39-15,0 0-16,-145-40 31,105 40 1,-52-26-1,118 26-16,-26 0 1,0-14 0,27 14-1,-1-13 1,1 13 0,13 0-1,0-13 1,-1 13-1,1 0 1,0 0 0,0 0-1,-1 0 1,28 0 93</inkml:trace>
  <inkml:trace contextRef="#ctx0" brushRef="#br0" timeOffset="6223.37">2619 8718 0,'-132'172'172,"-27"0"-141,212-265 16,384-489-31,-331 450 15,-80 79 0,1 40 16,-1-14-15,-26 41 14,0-1-14,0 13-17,0 1 1,0-1 0,-26 40-16,12-39 15,-12 26 16,13-13 1,13-14-1,-27 27 0,1 13 0,13-26 1,13-14 15,0-13-32,-14-13 1,-12 53-1,-80 119 17,66-106-1,54-79 0,38-13-15,-25-1-16,145-158 31,-159 172-15,14 0-1,-14 13 1,-13 26 0,0 27-1,-40 13 1,0-13-1,14 0 1,26-40 0,40-39-1,-14-1 1,27-26 0,26-26 15,-39 66-16,-40 26-15,-53 66 16,0-26 0,27-26-16,13-1 15,13-13 1,52-65 15,1 25-15,-26-13-16,-1 27 15,14-27-15,-14 27 16,1 0 0,-54 92 15,14-52-15,-26 13-1,12-14 1,54-52 15,-1-14-15,0 13-16,14 1 15,53-53 1,-54 65 0,-25 1-1,-1 13 1,-13 13-1,-13 27 1,-1-14 0,14 1-1,0-40 1,93-27 0,13-39-1,-14 26 1,-39 26-1,-39 27-15,-1 0 16,-13 27 0,-40 52-1,-13 0 1,27-52 0</inkml:trace>
  <inkml:trace contextRef="#ctx0" brushRef="#br0" timeOffset="8471.08">3307 3704 0,'-92'0'141,"-133"53"-126,132-40-15,14 14 16,-14-14-16,40-13 16,-158 13 15,118-13-15,67 0-16,-94-26 46,-25-1-14,119 27-1,-41 0 0,54 0 0,0 0-15,-14 0 390,-52 0-390,26 0-16,27-13 16,-40 0-1,39 13-15,1 0 16,-14 0-1,27 0-15,0 0 16,-1 0 0,1 0-1,13 13 79</inkml:trace>
  <inkml:trace contextRef="#ctx0" brushRef="#br0" timeOffset="23639.39">3281 6218 0,'-66'0'235,"-120"13"-204,41-13 0,52 0 0,1 0 1,52 0-17,-53 0 17,1 0-1,-14 13 0,13-13 0,1-992 1,-54 1971-1,54-992 0,39 0 0,26 13 1,1 0-1</inkml:trace>
  <inkml:trace contextRef="#ctx0" brushRef="#br1" timeOffset="44766.45">3254 14010 0,'-26'0'235,"-14"0"-220,-26-13-15,-27 13 16,-26 0-1,-26-14 1,-80 1 0,106 13-1,-40 0 1,67 0 0,52 0-1,13 0-15,-12 0 16,-80 0-1,53-13 1,-14 0 0,54 13-1,-14-14 1,14 14 0,12 0-1,1 0 16,0 0-15</inkml:trace>
  <inkml:trace contextRef="#ctx0" brushRef="#br1" timeOffset="46290.63">3347 14830 0,'-13'0'109,"-67"0"-93,-264 26 15,-224-26 0,224-26 1,225 26-17,-239-53 17,226 27-1,92 12 0,14 14-15,13 0 15,13-13 110</inkml:trace>
  <inkml:trace contextRef="#ctx0" brushRef="#br1" timeOffset="47955.68">3479 15915 0,'-225'13'172,"120"-13"-157,-81 26 1,-52-26 0,-40 0-1,173 0-15,-107-13 16,93 0 0,66 0-16,-53-14 31,93 27-16,0 0 1,-14 0 0,14 0-1,0 0 1,-1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6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309B-5927-2326-8640-FAD2B53D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D8400-12F0-0E3A-FD0D-8EAC90902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611A3-A479-1945-E8A8-40791E365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9E1FE-A5CC-CBFA-F74C-B1F227B86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37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087E-D007-924F-75C2-C1D43135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75486-53B5-FC0D-9FDA-0477444D3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CE272-A588-B58C-6377-213B6CF3B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E8EC6-6D09-9979-E30F-383E05790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42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abuelellae@uni.coventry.ac.u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sz="2000" dirty="0"/>
              <a:t>Module Code: 7150CEM - Data</a:t>
            </a:r>
            <a:br>
              <a:rPr lang="en-US" sz="2000" dirty="0"/>
            </a:br>
            <a:r>
              <a:rPr lang="en-US" sz="2000" dirty="0"/>
              <a:t>Science Project - 2526JANMAY</a:t>
            </a:r>
            <a:br>
              <a:rPr lang="en-US" sz="2000" dirty="0"/>
            </a:br>
            <a:r>
              <a:rPr lang="en-US" sz="2000" dirty="0"/>
              <a:t>Student ID: 16342938</a:t>
            </a:r>
            <a:br>
              <a:rPr lang="en-US" sz="2000" dirty="0"/>
            </a:br>
            <a:r>
              <a:rPr lang="en-US" sz="2000" dirty="0"/>
              <a:t>Coventry University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869520-7E51-370F-2C8E-79889CD1A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670D1B-A6FD-7C03-0B6E-4E8026C25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2855" y="3238103"/>
            <a:ext cx="6726381" cy="2850181"/>
          </a:xfrm>
        </p:spPr>
        <p:txBody>
          <a:bodyPr>
            <a:normAutofit/>
          </a:bodyPr>
          <a:lstStyle/>
          <a:p>
            <a:r>
              <a:rPr lang="en-US" sz="2400" i="1" dirty="0"/>
              <a:t>“Explainable and Constraint-Aware Machine Learning for Robust Vehicle Fuel Consumption Prediction”</a:t>
            </a:r>
            <a:endParaRPr lang="en-GB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3C6D-DD01-28BA-2A0E-2EA21CE6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38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730336" cy="3269589"/>
          </a:xfrm>
        </p:spPr>
        <p:txBody>
          <a:bodyPr>
            <a:normAutofit/>
          </a:bodyPr>
          <a:lstStyle/>
          <a:p>
            <a:r>
              <a:rPr lang="en-US" dirty="0"/>
              <a:t>Dataset Construction</a:t>
            </a:r>
          </a:p>
          <a:p>
            <a:r>
              <a:rPr lang="en-US" dirty="0"/>
              <a:t>Physics-Motivated Features</a:t>
            </a:r>
          </a:p>
          <a:p>
            <a:r>
              <a:rPr lang="en-GB" dirty="0"/>
              <a:t>Exploratory Data Analysis (EDA)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49" y="487018"/>
            <a:ext cx="4944341" cy="3377354"/>
          </a:xfrm>
        </p:spPr>
        <p:txBody>
          <a:bodyPr/>
          <a:lstStyle/>
          <a:p>
            <a:r>
              <a:rPr lang="en-US" dirty="0"/>
              <a:t>Data construction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C30F7E-75EF-90D3-24A6-6BBA138ADC40}"/>
              </a:ext>
            </a:extLst>
          </p:cNvPr>
          <p:cNvSpPr/>
          <p:nvPr/>
        </p:nvSpPr>
        <p:spPr>
          <a:xfrm>
            <a:off x="200894" y="992330"/>
            <a:ext cx="2770909" cy="3458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47344576-AB3B-41F7-760D-2DDAD945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12" y="344332"/>
            <a:ext cx="5498440" cy="647998"/>
          </a:xfrm>
        </p:spPr>
        <p:txBody>
          <a:bodyPr/>
          <a:lstStyle/>
          <a:p>
            <a:r>
              <a:rPr lang="en-GB" dirty="0"/>
              <a:t>Joining Strategy Overview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7308EC2-8FB2-55DB-D87F-8B7BCF6A7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895" y="1257731"/>
            <a:ext cx="2770908" cy="3255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Overall joining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71AC317F-F27D-119A-5407-9F9C24EF8A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894" y="1744898"/>
                <a:ext cx="2770909" cy="3032733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1" dirty="0" smtClean="0"/>
                        <m:t>Final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merged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dataset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Quality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control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Best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match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selection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Token</m:t>
                      </m:r>
                      <m:r>
                        <m:rPr>
                          <m:nor/>
                        </m:rPr>
                        <a:rPr lang="en-GB" i="1" dirty="0" smtClean="0"/>
                        <m:t>−</m:t>
                      </m:r>
                      <m:r>
                        <m:rPr>
                          <m:nor/>
                        </m:rPr>
                        <a:rPr lang="en-GB" i="1" dirty="0" smtClean="0"/>
                        <m:t>based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similarity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Tokenisation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Text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Normalisation</m:t>
                      </m:r>
                      <m:r>
                        <m:rPr>
                          <m:nor/>
                        </m:rPr>
                        <a:rPr lang="en-GB" i="1" dirty="0" smtClean="0"/>
                        <m:t>     ↓</m:t>
                      </m:r>
                      <m:r>
                        <m:rPr>
                          <m:nor/>
                        </m:rPr>
                        <a:rPr lang="en-GB" i="1" dirty="0" smtClean="0"/>
                        <m:t>Raw</m:t>
                      </m:r>
                      <m:r>
                        <m:rPr>
                          <m:nor/>
                        </m:rPr>
                        <a:rPr lang="en-GB" i="1" dirty="0" smtClean="0"/>
                        <m:t> </m:t>
                      </m:r>
                      <m:r>
                        <m:rPr>
                          <m:nor/>
                        </m:rPr>
                        <a:rPr lang="en-GB" i="1" dirty="0" smtClean="0"/>
                        <m:t>datasets</m:t>
                      </m:r>
                    </m:oMath>
                  </m:oMathPara>
                </a14:m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71AC317F-F27D-119A-5407-9F9C24EF8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94" y="1744898"/>
                <a:ext cx="2770909" cy="30327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5A48113-E42C-E74B-030B-B8AAFBA1E5C6}"/>
              </a:ext>
            </a:extLst>
          </p:cNvPr>
          <p:cNvSpPr txBox="1">
            <a:spLocks/>
          </p:cNvSpPr>
          <p:nvPr/>
        </p:nvSpPr>
        <p:spPr>
          <a:xfrm>
            <a:off x="7901641" y="992329"/>
            <a:ext cx="3735528" cy="681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spc="50" dirty="0">
                <a:latin typeface="+mj-lt"/>
                <a:ea typeface="+mj-ea"/>
                <a:cs typeface="+mj-cs"/>
              </a:rPr>
              <a:t>Token-Based similarity (Jaccard Similarity)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6">
                <a:extLst>
                  <a:ext uri="{FF2B5EF4-FFF2-40B4-BE49-F238E27FC236}">
                    <a16:creationId xmlns:a16="http://schemas.microsoft.com/office/drawing/2014/main" id="{05E2AD47-5CAE-7850-4F61-A6A5F56883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01639" y="1634152"/>
                <a:ext cx="3735529" cy="2259188"/>
              </a:xfrm>
              <a:prstGeom prst="rect">
                <a:avLst/>
              </a:prstGeom>
            </p:spPr>
            <p:txBody>
              <a:bodyPr vert="horz" lIns="91440" tIns="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859536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 dirty="0" smtClean="0"/>
                      <m:t>J</m:t>
                    </m:r>
                    <m:r>
                      <m:rPr>
                        <m:nor/>
                      </m:rPr>
                      <a:rPr lang="en-GB" sz="1400" dirty="0" smtClean="0"/>
                      <m:t>(</m:t>
                    </m:r>
                    <m:r>
                      <m:rPr>
                        <m:nor/>
                      </m:rPr>
                      <a:rPr lang="en-GB" sz="1400" dirty="0" smtClean="0"/>
                      <m:t>A</m:t>
                    </m:r>
                    <m:r>
                      <m:rPr>
                        <m:nor/>
                      </m:rPr>
                      <a:rPr lang="en-GB" sz="1400" dirty="0" smtClean="0"/>
                      <m:t>,</m:t>
                    </m:r>
                    <m:r>
                      <m:rPr>
                        <m:nor/>
                      </m:rPr>
                      <a:rPr lang="en-GB" sz="1400" dirty="0" smtClean="0"/>
                      <m:t>B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400"/>
                          <m:t>∣</m:t>
                        </m:r>
                        <m:r>
                          <m:rPr>
                            <m:nor/>
                          </m:rPr>
                          <a:rPr lang="en-GB" sz="1400"/>
                          <m:t>A</m:t>
                        </m:r>
                        <m:r>
                          <m:rPr>
                            <m:nor/>
                          </m:rPr>
                          <a:rPr lang="en-GB" sz="1400"/>
                          <m:t>∩</m:t>
                        </m:r>
                        <m:r>
                          <m:rPr>
                            <m:nor/>
                          </m:rPr>
                          <a:rPr lang="en-GB" sz="1400"/>
                          <m:t>B</m:t>
                        </m:r>
                        <m:r>
                          <m:rPr>
                            <m:nor/>
                          </m:rPr>
                          <a:rPr lang="en-GB" sz="1400"/>
                          <m:t>∣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1400"/>
                          <m:t>∣</m:t>
                        </m:r>
                        <m:r>
                          <m:rPr>
                            <m:nor/>
                          </m:rPr>
                          <a:rPr lang="en-GB" sz="1400"/>
                          <m:t>A</m:t>
                        </m:r>
                        <m:r>
                          <m:rPr>
                            <m:nor/>
                          </m:rPr>
                          <a:rPr lang="en-GB" sz="1400"/>
                          <m:t>∪</m:t>
                        </m:r>
                        <m:r>
                          <m:rPr>
                            <m:nor/>
                          </m:rPr>
                          <a:rPr lang="en-GB" sz="1400"/>
                          <m:t>B</m:t>
                        </m:r>
                        <m:r>
                          <m:rPr>
                            <m:nor/>
                          </m:rPr>
                          <a:rPr lang="en-GB" sz="1400"/>
                          <m:t>∣</m:t>
                        </m:r>
                      </m:den>
                    </m:f>
                  </m:oMath>
                </a14:m>
                <a:endParaRPr lang="en-GB" sz="1400" dirty="0"/>
              </a:p>
              <a:p>
                <a:r>
                  <a:rPr lang="en-GB" sz="1400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= tokens set from fuel dataset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400" dirty="0"/>
                  <a:t>= tokens set from spec dataset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/>
                      <m:t>A</m:t>
                    </m:r>
                    <m:r>
                      <m:rPr>
                        <m:nor/>
                      </m:rPr>
                      <a:rPr lang="en-GB" sz="1400"/>
                      <m:t>∩</m:t>
                    </m:r>
                    <m:r>
                      <m:rPr>
                        <m:nor/>
                      </m:rPr>
                      <a:rPr lang="en-GB" sz="1400"/>
                      <m:t>B</m:t>
                    </m:r>
                  </m:oMath>
                </a14:m>
                <a:r>
                  <a:rPr lang="en-GB" sz="1400" dirty="0"/>
                  <a:t> is the intersection length of tokens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A∪B is the union length of tokens</a:t>
                </a:r>
              </a:p>
            </p:txBody>
          </p:sp>
        </mc:Choice>
        <mc:Fallback xmlns="">
          <p:sp>
            <p:nvSpPr>
              <p:cNvPr id="12" name="Content Placeholder 6">
                <a:extLst>
                  <a:ext uri="{FF2B5EF4-FFF2-40B4-BE49-F238E27FC236}">
                    <a16:creationId xmlns:a16="http://schemas.microsoft.com/office/drawing/2014/main" id="{05E2AD47-5CAE-7850-4F61-A6A5F5688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639" y="1634152"/>
                <a:ext cx="3735529" cy="2259188"/>
              </a:xfrm>
              <a:prstGeom prst="rect">
                <a:avLst/>
              </a:prstGeom>
              <a:blipFill>
                <a:blip r:embed="rId3"/>
                <a:stretch>
                  <a:fillRect l="-489" t="-270" r="-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C910943-5A76-D696-F625-F8AEF5ADB22B}"/>
              </a:ext>
            </a:extLst>
          </p:cNvPr>
          <p:cNvSpPr txBox="1">
            <a:spLocks/>
          </p:cNvSpPr>
          <p:nvPr/>
        </p:nvSpPr>
        <p:spPr>
          <a:xfrm>
            <a:off x="3131128" y="1125583"/>
            <a:ext cx="4176927" cy="33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Text Normalisation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6B0065B-2856-C9A1-8EDE-FFCFB6C4587A}"/>
              </a:ext>
            </a:extLst>
          </p:cNvPr>
          <p:cNvSpPr txBox="1">
            <a:spLocks/>
          </p:cNvSpPr>
          <p:nvPr/>
        </p:nvSpPr>
        <p:spPr>
          <a:xfrm>
            <a:off x="3131127" y="1623450"/>
            <a:ext cx="4301150" cy="215212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Reduce formatting differences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Case </a:t>
            </a:r>
            <a:r>
              <a:rPr lang="en-US" sz="1400" b="1" dirty="0" err="1"/>
              <a:t>standardisation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Token standardisation</a:t>
            </a:r>
            <a:r>
              <a:rPr lang="en-GB" sz="1400" dirty="0"/>
              <a:t>(e.g., </a:t>
            </a:r>
            <a:r>
              <a:rPr lang="en-GB" sz="1400" i="1" dirty="0"/>
              <a:t>“4 door” → “4dr”</a:t>
            </a:r>
            <a:r>
              <a:rPr lang="en-GB" sz="1400" dirty="0"/>
              <a:t>, </a:t>
            </a:r>
            <a:r>
              <a:rPr lang="en-GB" sz="1400" i="1" dirty="0"/>
              <a:t>“sport utility vehicle” → “</a:t>
            </a:r>
            <a:r>
              <a:rPr lang="en-GB" sz="1400" i="1" dirty="0" err="1"/>
              <a:t>suv</a:t>
            </a:r>
            <a:r>
              <a:rPr lang="en-GB" sz="1400" i="1" dirty="0"/>
              <a:t>”</a:t>
            </a:r>
            <a:r>
              <a:rPr lang="en-GB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Noise removal (</a:t>
            </a:r>
            <a:r>
              <a:rPr lang="en-US" sz="1400" dirty="0"/>
              <a:t>Remove marketing or non-informative words such as </a:t>
            </a:r>
            <a:r>
              <a:rPr lang="en-US" sz="1400" i="1" dirty="0"/>
              <a:t>technology</a:t>
            </a:r>
            <a:r>
              <a:rPr lang="en-US" sz="1400" dirty="0"/>
              <a:t>, </a:t>
            </a:r>
            <a:r>
              <a:rPr lang="en-US" sz="1400" i="1" dirty="0"/>
              <a:t>package</a:t>
            </a:r>
            <a:r>
              <a:rPr lang="en-US" sz="1400" dirty="0"/>
              <a:t>, or special characters)</a:t>
            </a:r>
          </a:p>
          <a:p>
            <a:endParaRPr lang="en-GB" sz="1400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DD8396E-A11F-3F0B-9A92-4156982F03FB}"/>
              </a:ext>
            </a:extLst>
          </p:cNvPr>
          <p:cNvSpPr txBox="1">
            <a:spLocks/>
          </p:cNvSpPr>
          <p:nvPr/>
        </p:nvSpPr>
        <p:spPr>
          <a:xfrm>
            <a:off x="3272054" y="3934565"/>
            <a:ext cx="4176927" cy="33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Best Match selection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8A9563A7-3F6F-4F0B-69D1-A9BD8EBA10C7}"/>
              </a:ext>
            </a:extLst>
          </p:cNvPr>
          <p:cNvSpPr txBox="1">
            <a:spLocks/>
          </p:cNvSpPr>
          <p:nvPr/>
        </p:nvSpPr>
        <p:spPr>
          <a:xfrm>
            <a:off x="3272055" y="4346303"/>
            <a:ext cx="4301150" cy="215212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Best match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Highest similarity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Tie Resolution (if scores are equal):</a:t>
            </a:r>
          </a:p>
          <a:p>
            <a:pPr marL="569214" lvl="1"/>
            <a:r>
              <a:rPr lang="en-GB" sz="1400" dirty="0"/>
              <a:t>Stronger tokens </a:t>
            </a:r>
            <a:r>
              <a:rPr lang="en-GB" sz="1400" dirty="0">
                <a:sym typeface="Wingdings" panose="05000000000000000000" pitchFamily="2" charset="2"/>
              </a:rPr>
              <a:t> model name, </a:t>
            </a:r>
            <a:r>
              <a:rPr lang="en-GB" sz="1400" dirty="0" err="1">
                <a:sym typeface="Wingdings" panose="05000000000000000000" pitchFamily="2" charset="2"/>
              </a:rPr>
              <a:t>class,..etc</a:t>
            </a:r>
            <a:endParaRPr lang="en-GB" sz="1400" dirty="0"/>
          </a:p>
          <a:p>
            <a:pPr marL="569214" lvl="1"/>
            <a:r>
              <a:rPr lang="en-GB" sz="1400" dirty="0"/>
              <a:t>Longer intersection </a:t>
            </a:r>
            <a:r>
              <a:rPr lang="en-GB" sz="1400" dirty="0">
                <a:sym typeface="Wingdings" panose="05000000000000000000" pitchFamily="2" charset="2"/>
              </a:rPr>
              <a:t> </a:t>
            </a:r>
            <a:r>
              <a:rPr lang="en-GB" sz="1400" dirty="0"/>
              <a:t>more shared tokens</a:t>
            </a:r>
          </a:p>
          <a:p>
            <a:pPr marL="569214" lvl="1"/>
            <a:r>
              <a:rPr lang="en-US" sz="1400" dirty="0"/>
              <a:t>Shorter union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GB" sz="1400" dirty="0"/>
              <a:t>fewer unmatched tokens.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FB74F51-29AB-3E7D-901E-F3B154EE4D43}"/>
              </a:ext>
            </a:extLst>
          </p:cNvPr>
          <p:cNvSpPr txBox="1">
            <a:spLocks/>
          </p:cNvSpPr>
          <p:nvPr/>
        </p:nvSpPr>
        <p:spPr>
          <a:xfrm>
            <a:off x="7716986" y="3934565"/>
            <a:ext cx="4011405" cy="33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Quality Control (QC)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CA8ADF65-732A-3DED-96EF-C0ED08211D49}"/>
              </a:ext>
            </a:extLst>
          </p:cNvPr>
          <p:cNvSpPr txBox="1">
            <a:spLocks/>
          </p:cNvSpPr>
          <p:nvPr/>
        </p:nvSpPr>
        <p:spPr>
          <a:xfrm>
            <a:off x="7716986" y="4346303"/>
            <a:ext cx="4130705" cy="215212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QC procedures: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Vehicle make consistency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Intersection length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Tie case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Random sample 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9623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BCF2DA-2D52-35EF-7B63-736A7EE6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521854"/>
          </a:xfrm>
        </p:spPr>
        <p:txBody>
          <a:bodyPr/>
          <a:lstStyle/>
          <a:p>
            <a:r>
              <a:rPr lang="en-US" dirty="0"/>
              <a:t>Joining Pipeline(function) logic - Examples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0F4BA-0F98-7D7A-19BD-40C97D55F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878" y="1190054"/>
            <a:ext cx="3272507" cy="351284"/>
          </a:xfrm>
        </p:spPr>
        <p:txBody>
          <a:bodyPr/>
          <a:lstStyle/>
          <a:p>
            <a:r>
              <a:rPr lang="en-US" dirty="0"/>
              <a:t>Fuzzy Join statistics</a:t>
            </a:r>
            <a:endParaRPr lang="en-GB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771E4B3-DED2-506A-9777-AE94BCDB251C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040835869"/>
              </p:ext>
            </p:extLst>
          </p:nvPr>
        </p:nvGraphicFramePr>
        <p:xfrm>
          <a:off x="8317258" y="2268674"/>
          <a:ext cx="3272127" cy="788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709">
                  <a:extLst>
                    <a:ext uri="{9D8B030D-6E8A-4147-A177-3AD203B41FA5}">
                      <a16:colId xmlns:a16="http://schemas.microsoft.com/office/drawing/2014/main" val="370644976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13395854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244842133"/>
                    </a:ext>
                  </a:extLst>
                </a:gridCol>
              </a:tblGrid>
              <a:tr h="4175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Similarity ratio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Join intersection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054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{'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csx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'}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47856523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FCB6D-6674-33B6-DFE8-FFCF37D176E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29790" y="1190054"/>
            <a:ext cx="5516880" cy="351284"/>
          </a:xfrm>
        </p:spPr>
        <p:txBody>
          <a:bodyPr/>
          <a:lstStyle/>
          <a:p>
            <a:r>
              <a:rPr lang="en-US" dirty="0"/>
              <a:t>Raw Data</a:t>
            </a:r>
            <a:endParaRPr lang="en-GB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ED8144E-385B-3EFB-F06C-28C064968B15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830155573"/>
              </p:ext>
            </p:extLst>
          </p:nvPr>
        </p:nvGraphicFramePr>
        <p:xfrm>
          <a:off x="1429789" y="1504647"/>
          <a:ext cx="6003175" cy="1528054"/>
        </p:xfrm>
        <a:graphic>
          <a:graphicData uri="http://schemas.openxmlformats.org/drawingml/2006/table">
            <a:tbl>
              <a:tblPr/>
              <a:tblGrid>
                <a:gridCol w="2605095">
                  <a:extLst>
                    <a:ext uri="{9D8B030D-6E8A-4147-A177-3AD203B41FA5}">
                      <a16:colId xmlns:a16="http://schemas.microsoft.com/office/drawing/2014/main" val="2043342795"/>
                    </a:ext>
                  </a:extLst>
                </a:gridCol>
                <a:gridCol w="3398080">
                  <a:extLst>
                    <a:ext uri="{9D8B030D-6E8A-4147-A177-3AD203B41FA5}">
                      <a16:colId xmlns:a16="http://schemas.microsoft.com/office/drawing/2014/main" val="61510757"/>
                    </a:ext>
                  </a:extLst>
                </a:gridCol>
              </a:tblGrid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Fuel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Specification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778431"/>
                  </a:ext>
                </a:extLst>
              </a:tr>
              <a:tr h="75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GB" sz="1200" b="1" dirty="0"/>
                        <a:t>CSX</a:t>
                      </a:r>
                      <a:endParaRPr lang="en-GB" sz="1200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GB" sz="1200" b="1" dirty="0"/>
                        <a:t>CSX 4DR SEDAN FWD /TECH PACKAGE</a:t>
                      </a:r>
                      <a:endParaRPr lang="en-GB" sz="1200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4598"/>
                  </a:ext>
                </a:extLst>
              </a:tr>
              <a:tr h="15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Vehicle class: </a:t>
                      </a:r>
                      <a:r>
                        <a:rPr lang="en-US" sz="1200" b="1" dirty="0"/>
                        <a:t>Compact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1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Engine size: </a:t>
                      </a:r>
                      <a:r>
                        <a:rPr lang="en-US" sz="1200" b="1" dirty="0"/>
                        <a:t>2.0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5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Cylinders: </a:t>
                      </a:r>
                      <a:r>
                        <a:rPr lang="en-US" sz="1200" b="1" dirty="0"/>
                        <a:t>4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003571"/>
                  </a:ext>
                </a:extLst>
              </a:tr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{2.0, </a:t>
                      </a:r>
                      <a:r>
                        <a:rPr lang="en-GB" sz="1200" b="1" dirty="0" err="1">
                          <a:latin typeface="Courier New" panose="02070309020205020404" pitchFamily="49" charset="0"/>
                        </a:rPr>
                        <a:t>csx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, v4}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{sedan, </a:t>
                      </a:r>
                      <a:r>
                        <a:rPr lang="en-GB" sz="1200" b="1" dirty="0" err="1">
                          <a:latin typeface="Courier New" panose="02070309020205020404" pitchFamily="49" charset="0"/>
                        </a:rPr>
                        <a:t>csx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, 4dr, </a:t>
                      </a:r>
                      <a:r>
                        <a:rPr lang="en-GB" sz="1200" b="1" dirty="0" err="1">
                          <a:latin typeface="Courier New" panose="02070309020205020404" pitchFamily="49" charset="0"/>
                        </a:rPr>
                        <a:t>fwd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090505"/>
                  </a:ext>
                </a:extLst>
              </a:tr>
            </a:tbl>
          </a:graphicData>
        </a:graphic>
      </p:graphicFrame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F48A71A0-D73D-2F2A-C309-2D337A2AB0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628061"/>
              </p:ext>
            </p:extLst>
          </p:nvPr>
        </p:nvGraphicFramePr>
        <p:xfrm>
          <a:off x="8317258" y="3897250"/>
          <a:ext cx="3272127" cy="788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709">
                  <a:extLst>
                    <a:ext uri="{9D8B030D-6E8A-4147-A177-3AD203B41FA5}">
                      <a16:colId xmlns:a16="http://schemas.microsoft.com/office/drawing/2014/main" val="370644976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13395854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244842133"/>
                    </a:ext>
                  </a:extLst>
                </a:gridCol>
              </a:tblGrid>
              <a:tr h="4175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Similarity ratio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Join intersection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054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0.571429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{'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suv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', '4wd', 'v6', '4runner'}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4785652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95A8A400-55D5-B26B-E199-0622C693B2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9032930"/>
              </p:ext>
            </p:extLst>
          </p:nvPr>
        </p:nvGraphicFramePr>
        <p:xfrm>
          <a:off x="1429788" y="3133223"/>
          <a:ext cx="6003175" cy="1822091"/>
        </p:xfrm>
        <a:graphic>
          <a:graphicData uri="http://schemas.openxmlformats.org/drawingml/2006/table">
            <a:tbl>
              <a:tblPr/>
              <a:tblGrid>
                <a:gridCol w="2615739">
                  <a:extLst>
                    <a:ext uri="{9D8B030D-6E8A-4147-A177-3AD203B41FA5}">
                      <a16:colId xmlns:a16="http://schemas.microsoft.com/office/drawing/2014/main" val="2043342795"/>
                    </a:ext>
                  </a:extLst>
                </a:gridCol>
                <a:gridCol w="3387436">
                  <a:extLst>
                    <a:ext uri="{9D8B030D-6E8A-4147-A177-3AD203B41FA5}">
                      <a16:colId xmlns:a16="http://schemas.microsoft.com/office/drawing/2014/main" val="61510757"/>
                    </a:ext>
                  </a:extLst>
                </a:gridCol>
              </a:tblGrid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Fuel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Specification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778431"/>
                  </a:ext>
                </a:extLst>
              </a:tr>
              <a:tr h="75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GB" sz="1200" b="1" dirty="0"/>
                        <a:t>4Runner 4WD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US" sz="1200" b="1" dirty="0"/>
                        <a:t>4RUNNER 4DR SUV 4WD LIMITED V6</a:t>
                      </a:r>
                      <a:endParaRPr lang="en-GB" sz="1200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4598"/>
                  </a:ext>
                </a:extLst>
              </a:tr>
              <a:tr h="15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Vehicle class: </a:t>
                      </a:r>
                      <a:r>
                        <a:rPr lang="en-US" sz="1200" b="1" dirty="0"/>
                        <a:t>Sport utility vehicle: Standard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1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Engine size: </a:t>
                      </a:r>
                      <a:r>
                        <a:rPr lang="en-US" sz="1200" b="1" dirty="0"/>
                        <a:t>4.0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5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Cylinders: </a:t>
                      </a:r>
                      <a:r>
                        <a:rPr lang="en-US" sz="1200" b="1" dirty="0"/>
                        <a:t>6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003571"/>
                  </a:ext>
                </a:extLst>
              </a:tr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{'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suv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'4runner', '4.0', '4wd', 'v6'}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{'4runner', '4wd', 'v6', '</a:t>
                      </a:r>
                      <a:r>
                        <a:rPr lang="en-GB" sz="1200" b="1" dirty="0" err="1">
                          <a:latin typeface="Courier New" panose="02070309020205020404" pitchFamily="49" charset="0"/>
                        </a:rPr>
                        <a:t>suv</a:t>
                      </a:r>
                      <a:r>
                        <a:rPr lang="en-GB" sz="1200" b="1" dirty="0">
                          <a:latin typeface="Courier New" panose="02070309020205020404" pitchFamily="49" charset="0"/>
                        </a:rPr>
                        <a:t>', '4dr', 'limited'}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0905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2AC00DF6-5937-060E-D12C-61D70E47E4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058402"/>
              </p:ext>
            </p:extLst>
          </p:nvPr>
        </p:nvGraphicFramePr>
        <p:xfrm>
          <a:off x="8317258" y="5899233"/>
          <a:ext cx="3272127" cy="788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709">
                  <a:extLst>
                    <a:ext uri="{9D8B030D-6E8A-4147-A177-3AD203B41FA5}">
                      <a16:colId xmlns:a16="http://schemas.microsoft.com/office/drawing/2014/main" val="370644976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133958549"/>
                    </a:ext>
                  </a:extLst>
                </a:gridCol>
                <a:gridCol w="1090709">
                  <a:extLst>
                    <a:ext uri="{9D8B030D-6E8A-4147-A177-3AD203B41FA5}">
                      <a16:colId xmlns:a16="http://schemas.microsoft.com/office/drawing/2014/main" val="3244842133"/>
                    </a:ext>
                  </a:extLst>
                </a:gridCol>
              </a:tblGrid>
              <a:tr h="4175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Similarity ratio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Join intersection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054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0.28571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{'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tl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awd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'}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47856523"/>
                  </a:ext>
                </a:extLst>
              </a:tr>
            </a:tbl>
          </a:graphicData>
        </a:graphic>
      </p:graphicFrame>
      <p:graphicFrame>
        <p:nvGraphicFramePr>
          <p:cNvPr id="14" name="Content Placeholder 8">
            <a:extLst>
              <a:ext uri="{FF2B5EF4-FFF2-40B4-BE49-F238E27FC236}">
                <a16:creationId xmlns:a16="http://schemas.microsoft.com/office/drawing/2014/main" id="{D91BC628-75F0-9795-7DB6-A56703E541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3748560"/>
              </p:ext>
            </p:extLst>
          </p:nvPr>
        </p:nvGraphicFramePr>
        <p:xfrm>
          <a:off x="1429789" y="5135206"/>
          <a:ext cx="6003173" cy="1639211"/>
        </p:xfrm>
        <a:graphic>
          <a:graphicData uri="http://schemas.openxmlformats.org/drawingml/2006/table">
            <a:tbl>
              <a:tblPr/>
              <a:tblGrid>
                <a:gridCol w="2567404">
                  <a:extLst>
                    <a:ext uri="{9D8B030D-6E8A-4147-A177-3AD203B41FA5}">
                      <a16:colId xmlns:a16="http://schemas.microsoft.com/office/drawing/2014/main" val="2043342795"/>
                    </a:ext>
                  </a:extLst>
                </a:gridCol>
                <a:gridCol w="3435769">
                  <a:extLst>
                    <a:ext uri="{9D8B030D-6E8A-4147-A177-3AD203B41FA5}">
                      <a16:colId xmlns:a16="http://schemas.microsoft.com/office/drawing/2014/main" val="61510757"/>
                    </a:ext>
                  </a:extLst>
                </a:gridCol>
              </a:tblGrid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Fuel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Specification Dataset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778431"/>
                  </a:ext>
                </a:extLst>
              </a:tr>
              <a:tr h="75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GB" sz="1200" b="1" dirty="0"/>
                        <a:t>TL AWD</a:t>
                      </a:r>
                      <a:endParaRPr lang="en-GB" sz="1200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MODEL: </a:t>
                      </a:r>
                      <a:r>
                        <a:rPr lang="en-US" sz="1200" b="1" dirty="0"/>
                        <a:t>TL 4 DR SEDAN SH-AWD/SH-AWD TECHNOLOGY</a:t>
                      </a:r>
                      <a:endParaRPr lang="en-GB" sz="1200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4598"/>
                  </a:ext>
                </a:extLst>
              </a:tr>
              <a:tr h="15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Vehicle class: </a:t>
                      </a:r>
                      <a:r>
                        <a:rPr lang="en-US" sz="1200" b="1" dirty="0"/>
                        <a:t>Mid-size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1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/>
                        <a:t>Engine size: </a:t>
                      </a:r>
                      <a:r>
                        <a:rPr lang="en-US" sz="1200" b="1" dirty="0"/>
                        <a:t>3.7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5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Cylinders: </a:t>
                      </a:r>
                      <a:r>
                        <a:rPr lang="en-US" sz="1200" b="1" dirty="0"/>
                        <a:t>6</a:t>
                      </a:r>
                      <a:endParaRPr lang="en-GB" sz="1200" b="1" dirty="0"/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003571"/>
                  </a:ext>
                </a:extLst>
              </a:tr>
              <a:tr h="30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{'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tl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awd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'3.7', 'v6’}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Tokens: 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{'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tl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awd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'sedan', '</a:t>
                      </a:r>
                      <a:r>
                        <a:rPr lang="en-GB" sz="12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nology</a:t>
                      </a: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', '4dr'}</a:t>
                      </a:r>
                    </a:p>
                  </a:txBody>
                  <a:tcPr marL="47887" marR="47887" marT="23944" marB="239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0905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3DC64E2-C29C-9C83-F02E-90C4E9FBEC94}"/>
              </a:ext>
            </a:extLst>
          </p:cNvPr>
          <p:cNvSpPr txBox="1"/>
          <p:nvPr/>
        </p:nvSpPr>
        <p:spPr>
          <a:xfrm>
            <a:off x="516109" y="1504647"/>
            <a:ext cx="82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Ex#1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04977-4432-ADB1-B3B8-01B66E892695}"/>
              </a:ext>
            </a:extLst>
          </p:cNvPr>
          <p:cNvSpPr txBox="1"/>
          <p:nvPr/>
        </p:nvSpPr>
        <p:spPr>
          <a:xfrm>
            <a:off x="545493" y="3133223"/>
            <a:ext cx="82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Ex#2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50E41C-89A1-C826-B5BB-A278D309AD52}"/>
              </a:ext>
            </a:extLst>
          </p:cNvPr>
          <p:cNvSpPr txBox="1"/>
          <p:nvPr/>
        </p:nvSpPr>
        <p:spPr>
          <a:xfrm>
            <a:off x="516108" y="5135206"/>
            <a:ext cx="82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Ex#3</a:t>
            </a:r>
          </a:p>
        </p:txBody>
      </p:sp>
    </p:spTree>
    <p:extLst>
      <p:ext uri="{BB962C8B-B14F-4D97-AF65-F5344CB8AC3E}">
        <p14:creationId xmlns:p14="http://schemas.microsoft.com/office/powerpoint/2010/main" val="58968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53E9-2F4F-8BF1-FCCA-85BEBBFD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E195-7A3A-45B3-870D-9FCFB34BF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49" y="487018"/>
            <a:ext cx="4944341" cy="3377354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E9DD3-2EC9-4576-0328-DB8955A04102}"/>
              </a:ext>
            </a:extLst>
          </p:cNvPr>
          <p:cNvSpPr txBox="1"/>
          <p:nvPr/>
        </p:nvSpPr>
        <p:spPr>
          <a:xfrm>
            <a:off x="7206916" y="3864371"/>
            <a:ext cx="38236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Missing Values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Outliers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Feature Relationships: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Correlation Heatmap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Multicollinearity Analysis</a:t>
            </a:r>
          </a:p>
          <a:p>
            <a:r>
              <a:rPr lang="en-GB" dirty="0"/>
              <a:t>4. Categorical Variable Exploration</a:t>
            </a:r>
          </a:p>
        </p:txBody>
      </p:sp>
    </p:spTree>
    <p:extLst>
      <p:ext uri="{BB962C8B-B14F-4D97-AF65-F5344CB8AC3E}">
        <p14:creationId xmlns:p14="http://schemas.microsoft.com/office/powerpoint/2010/main" val="360457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E338D1-80B9-727E-C209-DF1AF589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451" y="196305"/>
            <a:ext cx="5884027" cy="410734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Dataset summary</a:t>
            </a:r>
            <a:endParaRPr lang="en-GB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7918FA4-71B3-50AB-58A9-6F9E323090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098" r="23098"/>
          <a:stretch/>
        </p:blipFill>
        <p:spPr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619DB3-5C0F-17A1-DD22-2CD9820C270B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61302" y="983557"/>
            <a:ext cx="6410422" cy="550945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Years covered:</a:t>
            </a:r>
            <a:r>
              <a:rPr kumimoji="0" lang="en-US" altLang="en-US" sz="1300" b="0" i="0" u="none" strike="noStrike" kern="1200" cap="none" normalizeH="0" baseline="0" dirty="0">
                <a:ln>
                  <a:noFill/>
                </a:ln>
                <a:effectLst/>
              </a:rPr>
              <a:t> 2011–2023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Vehicle records:</a:t>
            </a:r>
            <a:r>
              <a:rPr kumimoji="0" lang="en-US" altLang="en-US" sz="1300" b="0" i="0" u="none" strike="noStrike" kern="1200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sz="1300" b="1" i="0" u="sng" strike="noStrike" kern="1200" cap="none" normalizeH="0" baseline="0" dirty="0">
                <a:ln>
                  <a:noFill/>
                </a:ln>
                <a:effectLst/>
                <a:highlight>
                  <a:srgbClr val="FFFF00"/>
                </a:highlight>
              </a:rPr>
              <a:t>11097</a:t>
            </a:r>
            <a:r>
              <a:rPr kumimoji="0" lang="en-US" altLang="en-US" sz="1300" b="0" i="0" u="none" strike="noStrike" kern="1200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Feature categories:</a:t>
            </a: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mar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Mechanical features </a:t>
            </a:r>
            <a:r>
              <a:rPr lang="en-US" altLang="en-US" sz="1300" kern="1200" dirty="0">
                <a:sym typeface="Wingdings" panose="05000000000000000000" pitchFamily="2" charset="2"/>
              </a:rPr>
              <a:t></a:t>
            </a:r>
            <a:r>
              <a:rPr lang="en-US" altLang="en-US" sz="1300" kern="1200" dirty="0"/>
              <a:t> </a:t>
            </a:r>
            <a:r>
              <a:rPr lang="en-US" sz="1300" kern="1200" dirty="0"/>
              <a:t>influence vehicle </a:t>
            </a:r>
            <a:r>
              <a:rPr lang="en-US" sz="1300" b="1" kern="1200" dirty="0"/>
              <a:t>power generation</a:t>
            </a:r>
            <a:endParaRPr lang="en-US" altLang="en-US" sz="1300" b="1" kern="1200" dirty="0"/>
          </a:p>
          <a:p>
            <a:pPr marL="283464" lvl="2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300" kern="1200" dirty="0"/>
              <a:t>[</a:t>
            </a:r>
            <a:r>
              <a:rPr lang="en-US" altLang="en-US" sz="1300" kern="1200" dirty="0" err="1"/>
              <a:t>engine_size_l</a:t>
            </a:r>
            <a:r>
              <a:rPr lang="en-US" altLang="en-US" sz="1300" kern="1200" dirty="0"/>
              <a:t>, cylinders, transmission, </a:t>
            </a:r>
            <a:r>
              <a:rPr lang="en-US" altLang="en-US" sz="1300" kern="1200" dirty="0" err="1"/>
              <a:t>fuel_type</a:t>
            </a:r>
            <a:r>
              <a:rPr lang="en-US" altLang="en-US" sz="1300" kern="1200" dirty="0"/>
              <a:t>]</a:t>
            </a:r>
          </a:p>
          <a:p>
            <a:pPr marL="0" lvl="1" indent="0" fontAlgn="base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Vehicle geometry features</a:t>
            </a:r>
            <a:r>
              <a:rPr lang="en-US" altLang="en-US" sz="1300" b="1" dirty="0"/>
              <a:t> </a:t>
            </a:r>
            <a:r>
              <a:rPr lang="en-US" altLang="en-US" sz="1300" dirty="0">
                <a:sym typeface="Wingdings" panose="05000000000000000000" pitchFamily="2" charset="2"/>
              </a:rPr>
              <a:t></a:t>
            </a:r>
            <a:r>
              <a:rPr lang="en-US" altLang="en-US" sz="1300" dirty="0"/>
              <a:t> </a:t>
            </a:r>
            <a:r>
              <a:rPr lang="en-US" sz="1300" kern="1200" dirty="0"/>
              <a:t>influence vehicle </a:t>
            </a:r>
            <a:r>
              <a:rPr lang="en-US" sz="1300" b="1" kern="1200" dirty="0"/>
              <a:t>aerodynamics</a:t>
            </a:r>
            <a:endParaRPr lang="en-US" sz="1300" kern="1200" dirty="0"/>
          </a:p>
          <a:p>
            <a:pPr marL="292608" lvl="4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300" kern="1200" dirty="0"/>
              <a:t>[</a:t>
            </a:r>
            <a:r>
              <a:rPr lang="en-US" sz="1300" kern="1200" dirty="0" err="1"/>
              <a:t>overall_length</a:t>
            </a:r>
            <a:r>
              <a:rPr lang="en-US" sz="1300" kern="1200" dirty="0"/>
              <a:t>, </a:t>
            </a:r>
            <a:r>
              <a:rPr lang="en-US" sz="1300" kern="1200" dirty="0" err="1"/>
              <a:t>overall_width</a:t>
            </a:r>
            <a:r>
              <a:rPr lang="en-US" sz="1300" kern="1200" dirty="0"/>
              <a:t>, </a:t>
            </a:r>
            <a:r>
              <a:rPr lang="en-US" sz="1300" kern="1200" dirty="0" err="1"/>
              <a:t>overall_height</a:t>
            </a:r>
            <a:r>
              <a:rPr lang="en-US" sz="1300" kern="1200" dirty="0"/>
              <a:t>, wheelbase, </a:t>
            </a:r>
            <a:r>
              <a:rPr lang="en-US" sz="1300" kern="1200" dirty="0" err="1"/>
              <a:t>front_overhang</a:t>
            </a:r>
            <a:r>
              <a:rPr lang="en-US" sz="1300" kern="1200" dirty="0"/>
              <a:t>, </a:t>
            </a:r>
            <a:r>
              <a:rPr lang="en-US" sz="1300" kern="1200" dirty="0" err="1"/>
              <a:t>rear_overhang</a:t>
            </a:r>
            <a:r>
              <a:rPr lang="en-US" sz="1300" kern="1200" dirty="0"/>
              <a:t>, </a:t>
            </a:r>
            <a:r>
              <a:rPr lang="en-US" sz="1300" kern="1200" dirty="0" err="1"/>
              <a:t>track_width_front</a:t>
            </a:r>
            <a:r>
              <a:rPr lang="en-US" sz="1300" kern="1200" dirty="0"/>
              <a:t>, </a:t>
            </a:r>
            <a:r>
              <a:rPr lang="en-US" sz="1300" kern="1200" dirty="0" err="1"/>
              <a:t>track_width_rear</a:t>
            </a:r>
            <a:r>
              <a:rPr lang="en-US" sz="1300" kern="1200" dirty="0"/>
              <a:t>, </a:t>
            </a:r>
            <a:r>
              <a:rPr lang="en-US" sz="1300" kern="1200" dirty="0" err="1"/>
              <a:t>roof_width</a:t>
            </a:r>
            <a:r>
              <a:rPr lang="en-US" sz="1300" kern="1200" dirty="0"/>
              <a:t>, </a:t>
            </a:r>
            <a:r>
              <a:rPr lang="en-US" sz="1300" kern="1200" dirty="0" err="1"/>
              <a:t>side_glass_height</a:t>
            </a:r>
            <a:r>
              <a:rPr lang="en-US" sz="1300" kern="1200" dirty="0"/>
              <a:t>, </a:t>
            </a:r>
            <a:r>
              <a:rPr lang="en-US" sz="1300" kern="1200" dirty="0" err="1"/>
              <a:t>body_side_height</a:t>
            </a:r>
            <a:r>
              <a:rPr lang="en-US" sz="1300" kern="1200" dirty="0"/>
              <a:t>]</a:t>
            </a:r>
          </a:p>
          <a:p>
            <a:pPr marL="0" marR="0" lvl="0" indent="-28575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lv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Mass-related features</a:t>
            </a:r>
            <a:r>
              <a:rPr lang="en-US" altLang="en-US" sz="1300" b="1" dirty="0"/>
              <a:t> </a:t>
            </a:r>
            <a:r>
              <a:rPr lang="en-US" altLang="en-US" sz="1300" dirty="0">
                <a:sym typeface="Wingdings" panose="05000000000000000000" pitchFamily="2" charset="2"/>
              </a:rPr>
              <a:t></a:t>
            </a:r>
            <a:r>
              <a:rPr lang="en-US" altLang="en-US" sz="1300" dirty="0"/>
              <a:t> </a:t>
            </a:r>
            <a:r>
              <a:rPr lang="en-US" sz="1300" kern="1200" dirty="0"/>
              <a:t>influence vehicle </a:t>
            </a:r>
            <a:r>
              <a:rPr lang="en-US" sz="1300" b="1" kern="1200" dirty="0"/>
              <a:t>rolling resistance </a:t>
            </a:r>
            <a:r>
              <a:rPr lang="en-US" sz="1300" kern="1200" dirty="0"/>
              <a:t>and </a:t>
            </a:r>
            <a:r>
              <a:rPr lang="en-US" sz="1300" b="1" kern="1200" dirty="0"/>
              <a:t>inertia</a:t>
            </a:r>
            <a:endParaRPr kumimoji="0" lang="en-US" altLang="en-US" sz="1300" b="1" i="0" u="none" strike="noStrike" kern="1200" cap="none" normalizeH="0" baseline="0" dirty="0">
              <a:ln>
                <a:noFill/>
              </a:ln>
              <a:effectLst/>
            </a:endParaRPr>
          </a:p>
          <a:p>
            <a:pPr marL="283464" lvl="2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300" kern="1200" dirty="0"/>
              <a:t>[</a:t>
            </a:r>
            <a:r>
              <a:rPr lang="en-US" altLang="en-US" sz="1300" kern="1200" dirty="0" err="1"/>
              <a:t>curb_weight</a:t>
            </a:r>
            <a:r>
              <a:rPr lang="en-US" altLang="en-US" sz="1300" kern="1200" dirty="0"/>
              <a:t>, </a:t>
            </a:r>
            <a:r>
              <a:rPr lang="en-US" sz="1300" kern="1200" dirty="0" err="1"/>
              <a:t>weight_distribution</a:t>
            </a:r>
            <a:r>
              <a:rPr lang="en-US" sz="1300" kern="1200" dirty="0"/>
              <a:t>]</a:t>
            </a:r>
          </a:p>
          <a:p>
            <a:pPr marL="0" lvl="1" indent="0" fontAlgn="base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300" kern="1200" dirty="0"/>
          </a:p>
          <a:p>
            <a:pPr lv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Fuel consumption features</a:t>
            </a:r>
            <a:r>
              <a:rPr lang="en-US" altLang="en-US" sz="1300" b="1" dirty="0"/>
              <a:t> </a:t>
            </a:r>
            <a:r>
              <a:rPr lang="en-US" altLang="en-US" sz="1300" dirty="0">
                <a:sym typeface="Wingdings" panose="05000000000000000000" pitchFamily="2" charset="2"/>
              </a:rPr>
              <a:t></a:t>
            </a:r>
            <a:r>
              <a:rPr lang="en-US" altLang="en-US" sz="1300" dirty="0"/>
              <a:t> </a:t>
            </a:r>
            <a:r>
              <a:rPr kumimoji="0" lang="en-US" altLang="en-US" sz="1300" b="0" i="0" u="none" strike="noStrike" kern="1200" cap="none" normalizeH="0" baseline="0" dirty="0">
                <a:ln>
                  <a:noFill/>
                </a:ln>
                <a:effectLst/>
              </a:rPr>
              <a:t>prediction targets</a:t>
            </a:r>
            <a:endParaRPr lang="en-US" altLang="en-US" sz="1300" kern="1200" dirty="0"/>
          </a:p>
          <a:p>
            <a:pPr marL="283464" lvl="2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300" kern="1200" dirty="0"/>
              <a:t>[city_l_per_100_km, </a:t>
            </a:r>
            <a:r>
              <a:rPr lang="en-US" sz="1300" kern="1200" dirty="0"/>
              <a:t>highway_l_per_100_km]</a:t>
            </a: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718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DEE2CB-9BBA-C737-AA23-637842B0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Missing values analysis</a:t>
            </a:r>
            <a:endParaRPr lang="en-GB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513B81A-4916-469E-5ADB-539BAD06E5B3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1873190" y="1281778"/>
            <a:ext cx="2544806" cy="538536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001706-3C7E-08AD-5344-414A307FD1F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380965" y="1289476"/>
            <a:ext cx="4890796" cy="351284"/>
          </a:xfrm>
        </p:spPr>
        <p:txBody>
          <a:bodyPr/>
          <a:lstStyle/>
          <a:p>
            <a:r>
              <a:rPr lang="en-US" dirty="0"/>
              <a:t>Handling strategy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88584-E24B-CF86-EDBE-51D905F67E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6288F82-4AB9-B399-AD00-FC96369C0F0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44152" y="1511279"/>
            <a:ext cx="6165566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CO₂ rating &amp; Smog rating: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40% to 48%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Mechanically derived from fuel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Dropped to avoid redundancy</a:t>
            </a:r>
          </a:p>
          <a:p>
            <a:r>
              <a:rPr lang="en-US" b="1" dirty="0"/>
              <a:t>Unmatched fuel records:</a:t>
            </a:r>
            <a:endParaRPr lang="en-US" dirty="0"/>
          </a:p>
          <a:p>
            <a:r>
              <a:rPr lang="en-US" dirty="0"/>
              <a:t>~5% of fuel consumption records had no matching vehicle specifications</a:t>
            </a:r>
          </a:p>
          <a:p>
            <a:r>
              <a:rPr lang="en-US" b="1" dirty="0"/>
              <a:t>Incomplete vehicle specifications:</a:t>
            </a:r>
            <a:endParaRPr lang="en-US" dirty="0"/>
          </a:p>
          <a:p>
            <a:r>
              <a:rPr lang="en-US" dirty="0"/>
              <a:t>~6% up to 12% of records are missing geometry or mass variables</a:t>
            </a:r>
          </a:p>
          <a:p>
            <a:r>
              <a:rPr lang="en-GB" b="1" dirty="0"/>
              <a:t>Removed from the dataset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8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D1E2-FE3A-56D2-300B-2FD85561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D26DAC2-92AD-7448-AB4D-7F77EC2C669B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04" y="1159094"/>
            <a:ext cx="8611285" cy="527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95F5924-60E6-ED9D-8F4C-A3B65A28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Outliers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75081-AD05-CBD3-1C32-4AAB693594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FD82156-06E3-B914-8D07-79FBE027A0AE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594725" y="3965098"/>
            <a:ext cx="4449571" cy="1733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366 statistical outliers</a:t>
            </a:r>
            <a:r>
              <a:rPr lang="en-US" dirty="0"/>
              <a:t> detected in fuel consumption boxplots</a:t>
            </a:r>
          </a:p>
          <a:p>
            <a:r>
              <a:rPr lang="en-US" dirty="0"/>
              <a:t>Correspond to vehicles with genuinely high fuel consumption</a:t>
            </a:r>
          </a:p>
          <a:p>
            <a:r>
              <a:rPr lang="en-US" b="1" dirty="0"/>
              <a:t>Action:</a:t>
            </a:r>
            <a:r>
              <a:rPr lang="en-US" dirty="0"/>
              <a:t> Retained</a:t>
            </a:r>
          </a:p>
        </p:txBody>
      </p:sp>
    </p:spTree>
    <p:extLst>
      <p:ext uri="{BB962C8B-B14F-4D97-AF65-F5344CB8AC3E}">
        <p14:creationId xmlns:p14="http://schemas.microsoft.com/office/powerpoint/2010/main" val="255872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0FC4-8300-374D-E2B9-D548C7A5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>
            <a:extLst>
              <a:ext uri="{FF2B5EF4-FFF2-40B4-BE49-F238E27FC236}">
                <a16:creationId xmlns:a16="http://schemas.microsoft.com/office/drawing/2014/main" id="{889C221D-9499-720A-523F-4BDDD5B5659E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1555672"/>
            <a:ext cx="7369425" cy="498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BFE5C34-F399-180B-1736-B31A5F3F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Outliers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25665-20A4-1262-4F45-CAB19D28BB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9DDFFF-8F7B-8AB1-10D6-F6E5B2CC52EE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517598" y="2995159"/>
            <a:ext cx="4449696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373 engine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76 cylinder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 engine specifications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Retained</a:t>
            </a:r>
          </a:p>
        </p:txBody>
      </p:sp>
    </p:spTree>
    <p:extLst>
      <p:ext uri="{BB962C8B-B14F-4D97-AF65-F5344CB8AC3E}">
        <p14:creationId xmlns:p14="http://schemas.microsoft.com/office/powerpoint/2010/main" val="376990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27A26-C906-29C6-6B07-3B286DA2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A6ECF4-A9E9-1C23-77DB-A3FA0224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Outliers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97D0E-B629-24C4-3862-53B15EE736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A43CEDA4-BFE5-A252-A241-757BEBD50508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309" y="1404163"/>
            <a:ext cx="7157669" cy="479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4019BC-41F6-AF3D-2A99-0EF0F6567DC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516814" y="2856638"/>
            <a:ext cx="4283760" cy="1754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557 upper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1,925 lower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 identified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Upper: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Pickup trucks, SUVs, Vans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Compact, Subcompact, Mid-size, Small vehicles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Retained</a:t>
            </a:r>
          </a:p>
        </p:txBody>
      </p:sp>
    </p:spTree>
    <p:extLst>
      <p:ext uri="{BB962C8B-B14F-4D97-AF65-F5344CB8AC3E}">
        <p14:creationId xmlns:p14="http://schemas.microsoft.com/office/powerpoint/2010/main" val="225818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0B13-7B01-F7A9-1B69-CB7255AF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A2CDC1-5211-07C1-0A8F-0E439B78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Outliers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DE30B-6714-0B74-66E4-6B92220BF6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49BEC8C-7669-693E-B601-605147B7C6DC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436" y="1278228"/>
            <a:ext cx="8601459" cy="533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C3C6EB-C057-1691-02B5-76DC3F1304AE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516813" y="3272136"/>
            <a:ext cx="4274134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consistent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vehicle class differences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Retained</a:t>
            </a:r>
          </a:p>
        </p:txBody>
      </p:sp>
    </p:spTree>
    <p:extLst>
      <p:ext uri="{BB962C8B-B14F-4D97-AF65-F5344CB8AC3E}">
        <p14:creationId xmlns:p14="http://schemas.microsoft.com/office/powerpoint/2010/main" val="371715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0BDC-0570-8ABA-F2B0-5837D0FE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E595E7-F89A-8D75-5AB2-57DF96E2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677888"/>
          </a:xfrm>
        </p:spPr>
        <p:txBody>
          <a:bodyPr/>
          <a:lstStyle/>
          <a:p>
            <a:r>
              <a:rPr lang="en-US" dirty="0"/>
              <a:t>Outliers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19A4-D3EA-2919-0C13-015A302643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E88E6F9-64B8-5ACC-3FA3-6ECD1D1684A7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9938"/>
            <a:ext cx="6930189" cy="473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4BD7D23-6186-8A11-622C-3677079C8DE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848835" y="2182671"/>
            <a:ext cx="6009489" cy="18158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Crub_weight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Fortwo (~750–790 kg):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 lightweight vehicles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Kia Carnival (109 kg):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data error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(1 record)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Volkswagen Atlas Cross Sport (4288):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 inconsistency (likely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lbs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(9 records)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5566-1141-6B62-86DF-BC0C467C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38" y="953102"/>
            <a:ext cx="3935929" cy="625442"/>
          </a:xfrm>
        </p:spPr>
        <p:txBody>
          <a:bodyPr>
            <a:normAutofit/>
          </a:bodyPr>
          <a:lstStyle/>
          <a:p>
            <a:r>
              <a:rPr lang="en-US" dirty="0"/>
              <a:t>Correlation Heatmap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E1FB-FB46-CF28-CC44-7554C05B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90C8BFC-4CB1-4D90-CEF4-24EB847A172C}"/>
              </a:ext>
            </a:extLst>
          </p:cNvPr>
          <p:cNvPicPr>
            <a:picLocks noGrp="1" noChangeAspect="1" noChangeArrowheads="1"/>
          </p:cNvPicPr>
          <p:nvPr>
            <p:ph type="tbl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50"/>
          <a:stretch>
            <a:fillRect/>
          </a:stretch>
        </p:blipFill>
        <p:spPr bwMode="auto">
          <a:xfrm>
            <a:off x="5747679" y="149854"/>
            <a:ext cx="6444321" cy="657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C4BCBB-5653-BE4B-6524-F44F5B11B98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95437" y="1578544"/>
            <a:ext cx="5995738" cy="4530757"/>
          </a:xfrm>
        </p:spPr>
        <p:txBody>
          <a:bodyPr/>
          <a:lstStyle/>
          <a:p>
            <a:r>
              <a:rPr lang="en-GB" b="1" dirty="0"/>
              <a:t>Multicollinearity Handling &amp; Feature Selection</a:t>
            </a:r>
          </a:p>
          <a:p>
            <a:r>
              <a:rPr lang="en-US" dirty="0"/>
              <a:t>Highly correlated variables ≥ </a:t>
            </a:r>
            <a:r>
              <a:rPr lang="en-US" dirty="0">
                <a:highlight>
                  <a:srgbClr val="FFFF00"/>
                </a:highlight>
              </a:rPr>
              <a:t>0.85 </a:t>
            </a:r>
            <a:r>
              <a:rPr lang="en-US" dirty="0"/>
              <a:t>were examined to avoid redundant predictors.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track_width_front</a:t>
            </a:r>
            <a:r>
              <a:rPr lang="en-US" dirty="0"/>
              <a:t> vs. </a:t>
            </a:r>
            <a:r>
              <a:rPr lang="en-US" dirty="0" err="1"/>
              <a:t>track_width_rear</a:t>
            </a:r>
            <a:r>
              <a:rPr lang="en-US" dirty="0"/>
              <a:t> (</a:t>
            </a:r>
            <a:r>
              <a:rPr lang="en-US" b="1" dirty="0"/>
              <a:t>0.97</a:t>
            </a:r>
            <a:r>
              <a:rPr lang="en-US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city_l_per_100_km vs. highway_l_per_100_km (</a:t>
            </a:r>
            <a:r>
              <a:rPr lang="en-US" b="1" dirty="0"/>
              <a:t>0.95)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err="1"/>
              <a:t>overall_length</a:t>
            </a:r>
            <a:r>
              <a:rPr lang="en-GB" dirty="0"/>
              <a:t> vs. wheelbase (</a:t>
            </a:r>
            <a:r>
              <a:rPr lang="en-GB" b="1" dirty="0"/>
              <a:t>0.94</a:t>
            </a:r>
            <a:r>
              <a:rPr lang="en-GB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engine_size_l</a:t>
            </a:r>
            <a:r>
              <a:rPr lang="en-US" dirty="0"/>
              <a:t> vs. cylinders (</a:t>
            </a:r>
            <a:r>
              <a:rPr lang="en-US" b="1" dirty="0"/>
              <a:t>0.93)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overall_height</a:t>
            </a:r>
            <a:r>
              <a:rPr lang="en-US" dirty="0"/>
              <a:t> vs. </a:t>
            </a:r>
            <a:r>
              <a:rPr lang="en-US" dirty="0" err="1"/>
              <a:t>side_glass_height</a:t>
            </a:r>
            <a:r>
              <a:rPr lang="en-US" dirty="0"/>
              <a:t> </a:t>
            </a:r>
            <a:r>
              <a:rPr lang="en-US" b="1" dirty="0"/>
              <a:t>(0.85)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87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FE4C696-4799-F140-2E65-0148256683B1}"/>
              </a:ext>
            </a:extLst>
          </p:cNvPr>
          <p:cNvSpPr txBox="1"/>
          <p:nvPr/>
        </p:nvSpPr>
        <p:spPr>
          <a:xfrm>
            <a:off x="6701637" y="726399"/>
            <a:ext cx="5587416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Numeric Feature Selection:</a:t>
            </a: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mar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Mechanical features </a:t>
            </a:r>
            <a:r>
              <a:rPr lang="en-US" altLang="en-US" sz="1300" kern="1200" dirty="0">
                <a:sym typeface="Wingdings" panose="05000000000000000000" pitchFamily="2" charset="2"/>
              </a:rPr>
              <a:t></a:t>
            </a:r>
            <a:r>
              <a:rPr lang="en-US" altLang="en-US" sz="1300" kern="1200" dirty="0"/>
              <a:t> </a:t>
            </a:r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1300" b="1" dirty="0"/>
              <a:t>	Retained: </a:t>
            </a:r>
            <a:r>
              <a:rPr lang="en-US" altLang="en-US" sz="1300" kern="1200" dirty="0"/>
              <a:t>[</a:t>
            </a:r>
            <a:r>
              <a:rPr lang="en-US" altLang="en-US" sz="1300" kern="1200" dirty="0" err="1"/>
              <a:t>engine_size_l</a:t>
            </a:r>
            <a:r>
              <a:rPr lang="en-US" altLang="en-US" sz="1300" kern="1200" dirty="0"/>
              <a:t>, transmission, </a:t>
            </a:r>
            <a:r>
              <a:rPr lang="en-US" altLang="en-US" sz="1300" kern="1200" dirty="0" err="1"/>
              <a:t>fuel_type</a:t>
            </a:r>
            <a:r>
              <a:rPr lang="en-US" altLang="en-US" sz="1300" kern="1200" dirty="0"/>
              <a:t>]</a:t>
            </a:r>
            <a:endParaRPr lang="en-US" altLang="en-US" sz="1300" dirty="0"/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1300" b="1" dirty="0"/>
              <a:t>	Dropped: </a:t>
            </a:r>
            <a:r>
              <a:rPr lang="en-US" altLang="en-US" sz="1300" kern="1200" dirty="0"/>
              <a:t> [</a:t>
            </a:r>
            <a:r>
              <a:rPr lang="en-GB" sz="1400" dirty="0"/>
              <a:t>cylinders</a:t>
            </a:r>
            <a:r>
              <a:rPr lang="en-US" altLang="en-US" sz="1300" kern="1200" dirty="0"/>
              <a:t>]</a:t>
            </a:r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Vehicle geometry features</a:t>
            </a:r>
            <a:r>
              <a:rPr lang="en-US" altLang="en-US" sz="1300" b="1" dirty="0"/>
              <a:t> </a:t>
            </a:r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1300" b="1" dirty="0"/>
              <a:t>	Retained: </a:t>
            </a:r>
            <a:r>
              <a:rPr lang="en-US" altLang="en-US" sz="1300" dirty="0"/>
              <a:t>[</a:t>
            </a:r>
            <a:r>
              <a:rPr lang="en-US" sz="1300" dirty="0" err="1"/>
              <a:t>overall_length</a:t>
            </a:r>
            <a:r>
              <a:rPr lang="en-US" sz="1300" dirty="0"/>
              <a:t>, </a:t>
            </a:r>
            <a:r>
              <a:rPr lang="en-US" sz="1300" dirty="0" err="1"/>
              <a:t>overall_width</a:t>
            </a:r>
            <a:r>
              <a:rPr lang="en-US" sz="1300" dirty="0"/>
              <a:t>, </a:t>
            </a:r>
            <a:r>
              <a:rPr lang="en-US" sz="1300" dirty="0" err="1"/>
              <a:t>overall_height</a:t>
            </a:r>
            <a:r>
              <a:rPr lang="en-US" sz="1300" dirty="0"/>
              <a:t>, 			</a:t>
            </a:r>
            <a:r>
              <a:rPr lang="en-US" sz="1300" dirty="0" err="1"/>
              <a:t>front_overhang</a:t>
            </a:r>
            <a:r>
              <a:rPr lang="en-US" sz="1300" dirty="0"/>
              <a:t>, </a:t>
            </a:r>
            <a:r>
              <a:rPr lang="en-US" sz="1300" dirty="0" err="1"/>
              <a:t>rear_overhang</a:t>
            </a:r>
            <a:r>
              <a:rPr lang="en-US" sz="1300" dirty="0"/>
              <a:t>, </a:t>
            </a:r>
            <a:r>
              <a:rPr lang="en-US" sz="1300" dirty="0" err="1"/>
              <a:t>track_width_front</a:t>
            </a:r>
            <a:r>
              <a:rPr lang="en-US" sz="1300" dirty="0"/>
              <a:t>, 			</a:t>
            </a:r>
            <a:r>
              <a:rPr lang="en-US" sz="1300" dirty="0" err="1"/>
              <a:t>roof_width</a:t>
            </a:r>
            <a:r>
              <a:rPr lang="en-US" altLang="en-US" sz="1300" dirty="0"/>
              <a:t>]</a:t>
            </a:r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1300" b="1" dirty="0"/>
              <a:t>	Dropped: </a:t>
            </a:r>
            <a:r>
              <a:rPr lang="en-US" altLang="en-US" sz="1300" dirty="0"/>
              <a:t> [</a:t>
            </a:r>
            <a:r>
              <a:rPr lang="en-US" sz="1400" dirty="0" err="1"/>
              <a:t>track_width_rear</a:t>
            </a:r>
            <a:r>
              <a:rPr lang="en-US" sz="1400" dirty="0"/>
              <a:t>, </a:t>
            </a:r>
            <a:r>
              <a:rPr lang="en-US" sz="1400" dirty="0" err="1"/>
              <a:t>side_glass_height</a:t>
            </a:r>
            <a:r>
              <a:rPr lang="en-US" sz="1400" dirty="0"/>
              <a:t>, 			</a:t>
            </a:r>
            <a:r>
              <a:rPr lang="en-US" sz="1400" dirty="0" err="1"/>
              <a:t>body_side_height</a:t>
            </a:r>
            <a:r>
              <a:rPr lang="en-US" altLang="en-US" sz="1300" dirty="0"/>
              <a:t>]</a:t>
            </a:r>
          </a:p>
          <a:p>
            <a:pPr marL="171450" lvl="1" fontAlgn="base">
              <a:spcBef>
                <a:spcPct val="0"/>
              </a:spcBef>
              <a:spcAft>
                <a:spcPts val="600"/>
              </a:spcAft>
            </a:pP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  <a:p>
            <a:pPr lv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Mass-related features</a:t>
            </a:r>
          </a:p>
          <a:p>
            <a:pPr marL="283464" lvl="2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300" b="1" dirty="0"/>
              <a:t>	Retained:</a:t>
            </a:r>
            <a:r>
              <a:rPr lang="en-US" altLang="en-US" sz="1300" kern="1200" dirty="0"/>
              <a:t> [</a:t>
            </a:r>
            <a:r>
              <a:rPr lang="en-US" altLang="en-US" sz="1300" kern="1200" dirty="0" err="1"/>
              <a:t>curb_weight</a:t>
            </a:r>
            <a:r>
              <a:rPr lang="en-US" altLang="en-US" sz="1300" kern="1200" dirty="0"/>
              <a:t>, </a:t>
            </a:r>
            <a:r>
              <a:rPr lang="en-US" sz="1300" kern="1200" dirty="0" err="1"/>
              <a:t>weight_distribution</a:t>
            </a:r>
            <a:r>
              <a:rPr lang="en-US" sz="1300" kern="1200" dirty="0"/>
              <a:t>]</a:t>
            </a:r>
          </a:p>
          <a:p>
            <a:pPr marL="0" lvl="1" indent="0" fontAlgn="base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300" kern="1200" dirty="0"/>
          </a:p>
          <a:p>
            <a:pPr lvl="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kern="1200" cap="none" normalizeH="0" baseline="0" dirty="0">
                <a:ln>
                  <a:noFill/>
                </a:ln>
                <a:effectLst/>
              </a:rPr>
              <a:t>Fuel consumption features</a:t>
            </a:r>
            <a:endParaRPr lang="en-US" altLang="en-US" sz="1300" kern="1200" dirty="0"/>
          </a:p>
          <a:p>
            <a:pPr marL="283464" lvl="2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300" b="1" dirty="0"/>
              <a:t>	Retained: </a:t>
            </a:r>
            <a:r>
              <a:rPr lang="en-US" altLang="en-US" sz="1300" kern="1200" dirty="0"/>
              <a:t>[city_l_per_100_km, </a:t>
            </a:r>
            <a:r>
              <a:rPr lang="en-US" sz="1300" kern="1200" dirty="0"/>
              <a:t>highway_l_per_100_km]</a:t>
            </a:r>
            <a:endParaRPr kumimoji="0" lang="en-US" altLang="en-US" sz="1300" b="0" i="0" u="none" strike="noStrike" kern="1200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D9D7BC-8C7C-2FBC-8AE5-0812C412C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50"/>
          <a:stretch>
            <a:fillRect/>
          </a:stretch>
        </p:blipFill>
        <p:spPr bwMode="auto">
          <a:xfrm>
            <a:off x="116900" y="143190"/>
            <a:ext cx="6584737" cy="671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47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258FFB5-2025-F7C2-FA3A-ED77E763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69CE4C-9DB8-8848-6F6C-533B2F6F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699" y="2797255"/>
            <a:ext cx="4469371" cy="46449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Excluded Variables (identifiers)</a:t>
            </a:r>
            <a:endParaRPr lang="en-GB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269B67-FD14-2441-701C-9F92B875BA0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 Unicode MS"/>
              </a:rPr>
              <a:t>Model year</a:t>
            </a:r>
            <a:endParaRPr lang="en-US" altLang="en-US" sz="2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 Unicode MS"/>
              </a:rPr>
              <a:t>Make </a:t>
            </a:r>
            <a:endParaRPr lang="en-US" altLang="en-US" sz="2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 Unicode MS"/>
              </a:rPr>
              <a:t>Model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B5DF98-F747-394D-95B3-6548D2594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400" dirty="0"/>
              <a:t>Retain categorical Variables</a:t>
            </a:r>
            <a:endParaRPr lang="en-GB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BDCD4-0B0B-7EB1-FA4A-34A44481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355BE74-A2CC-91B1-73BD-E6DBF18E7CE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535302" y="3261754"/>
            <a:ext cx="24070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 Unicode MS"/>
              </a:rPr>
              <a:t>Transmission</a:t>
            </a:r>
          </a:p>
          <a:p>
            <a:pPr marL="285750" marR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 Unicode MS"/>
              </a:rPr>
              <a:t>Fuel Type</a:t>
            </a:r>
          </a:p>
          <a:p>
            <a:pPr marL="285750" marR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 Unicode MS"/>
              </a:rPr>
              <a:t>Vehicle Class</a:t>
            </a:r>
          </a:p>
        </p:txBody>
      </p:sp>
    </p:spTree>
    <p:extLst>
      <p:ext uri="{BB962C8B-B14F-4D97-AF65-F5344CB8AC3E}">
        <p14:creationId xmlns:p14="http://schemas.microsoft.com/office/powerpoint/2010/main" val="145928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9243-5E27-F1AB-275C-2926A848D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1544" y="424874"/>
            <a:ext cx="3924300" cy="464499"/>
          </a:xfrm>
        </p:spPr>
        <p:txBody>
          <a:bodyPr/>
          <a:lstStyle/>
          <a:p>
            <a:r>
              <a:rPr lang="en-US" dirty="0"/>
              <a:t>Fuel Type variable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5496D-3740-E373-AB27-4674E888F7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35892" y="2206592"/>
            <a:ext cx="3943627" cy="3292474"/>
          </a:xfrm>
        </p:spPr>
        <p:txBody>
          <a:bodyPr>
            <a:normAutofit/>
          </a:bodyPr>
          <a:lstStyle/>
          <a:p>
            <a:pPr latinLnBrk="1"/>
            <a:r>
              <a:rPr lang="en-GB" dirty="0" err="1"/>
              <a:t>regular_gasoline</a:t>
            </a:r>
            <a:r>
              <a:rPr lang="en-GB" dirty="0"/>
              <a:t>    	5781</a:t>
            </a:r>
          </a:p>
          <a:p>
            <a:pPr latinLnBrk="1"/>
            <a:r>
              <a:rPr lang="en-GB" dirty="0" err="1"/>
              <a:t>premium_gasoline</a:t>
            </a:r>
            <a:r>
              <a:rPr lang="en-GB" dirty="0"/>
              <a:t> 	4419</a:t>
            </a:r>
          </a:p>
          <a:p>
            <a:pPr latinLnBrk="1"/>
            <a:r>
              <a:rPr lang="en-GB" dirty="0"/>
              <a:t>E85                 		643</a:t>
            </a:r>
          </a:p>
          <a:p>
            <a:pPr latinLnBrk="1"/>
            <a:r>
              <a:rPr lang="en-GB" dirty="0"/>
              <a:t>diesel               		253</a:t>
            </a:r>
          </a:p>
          <a:p>
            <a:pPr latinLnBrk="1"/>
            <a:r>
              <a:rPr lang="en-GB" dirty="0" err="1"/>
              <a:t>natural_gas</a:t>
            </a:r>
            <a:r>
              <a:rPr lang="en-GB" dirty="0"/>
              <a:t>           	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DD8C9-D4FE-0DB6-6DF6-6112AAC9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7CF82986-D426-EAE6-2675-CC1C634E0374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519" y="1706922"/>
            <a:ext cx="6651772" cy="401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69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CB07-5989-EF78-F7C8-40B7802A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6E30A-528D-77BF-7DF3-20BA88C7D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1544" y="424874"/>
            <a:ext cx="3924300" cy="464499"/>
          </a:xfrm>
        </p:spPr>
        <p:txBody>
          <a:bodyPr/>
          <a:lstStyle/>
          <a:p>
            <a:r>
              <a:rPr lang="en-US" dirty="0" err="1"/>
              <a:t>vehicle_class</a:t>
            </a:r>
            <a:r>
              <a:rPr lang="en-US" dirty="0"/>
              <a:t> variable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5D6F6-2BF4-D4BE-B96B-8F07764C1D4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65464" y="1207766"/>
            <a:ext cx="3943627" cy="5513708"/>
          </a:xfrm>
        </p:spPr>
        <p:txBody>
          <a:bodyPr>
            <a:normAutofit fontScale="85000" lnSpcReduction="20000"/>
          </a:bodyPr>
          <a:lstStyle/>
          <a:p>
            <a:pPr latinLnBrk="1"/>
            <a:r>
              <a:rPr lang="en-GB" dirty="0"/>
              <a:t>Sport utility vehicle: Small       1833</a:t>
            </a:r>
          </a:p>
          <a:p>
            <a:pPr latinLnBrk="1"/>
            <a:r>
              <a:rPr lang="en-GB" dirty="0"/>
              <a:t>Mid-size                           1689</a:t>
            </a:r>
          </a:p>
          <a:p>
            <a:pPr latinLnBrk="1"/>
            <a:r>
              <a:rPr lang="en-GB" dirty="0"/>
              <a:t>Compact                            1446</a:t>
            </a:r>
          </a:p>
          <a:p>
            <a:pPr latinLnBrk="1"/>
            <a:r>
              <a:rPr lang="en-GB" dirty="0"/>
              <a:t>Sport utility vehicle: Standard    1107</a:t>
            </a:r>
          </a:p>
          <a:p>
            <a:pPr latinLnBrk="1"/>
            <a:r>
              <a:rPr lang="en-GB" dirty="0"/>
              <a:t>Subcompact                          952</a:t>
            </a:r>
          </a:p>
          <a:p>
            <a:pPr latinLnBrk="1"/>
            <a:r>
              <a:rPr lang="en-GB" dirty="0"/>
              <a:t>Full-size                           893</a:t>
            </a:r>
          </a:p>
          <a:p>
            <a:pPr latinLnBrk="1"/>
            <a:r>
              <a:rPr lang="en-GB" dirty="0"/>
              <a:t>Pickup truck: Standard              676</a:t>
            </a:r>
          </a:p>
          <a:p>
            <a:pPr latinLnBrk="1"/>
            <a:r>
              <a:rPr lang="en-GB" dirty="0"/>
              <a:t>Sport utility vehicle               503</a:t>
            </a:r>
          </a:p>
          <a:p>
            <a:pPr latinLnBrk="1"/>
            <a:r>
              <a:rPr lang="en-GB" dirty="0"/>
              <a:t>Two-seater                          485</a:t>
            </a:r>
          </a:p>
          <a:p>
            <a:pPr latinLnBrk="1"/>
            <a:r>
              <a:rPr lang="en-GB" dirty="0"/>
              <a:t>Station wagon: Small                423</a:t>
            </a:r>
          </a:p>
          <a:p>
            <a:pPr latinLnBrk="1"/>
            <a:r>
              <a:rPr lang="en-GB" dirty="0" err="1"/>
              <a:t>Minicompact</a:t>
            </a:r>
            <a:r>
              <a:rPr lang="en-GB" dirty="0"/>
              <a:t>                         295</a:t>
            </a:r>
          </a:p>
          <a:p>
            <a:pPr latinLnBrk="1"/>
            <a:r>
              <a:rPr lang="en-GB" dirty="0"/>
              <a:t>Pickup truck: Small                 281</a:t>
            </a:r>
          </a:p>
          <a:p>
            <a:pPr latinLnBrk="1"/>
            <a:r>
              <a:rPr lang="en-GB" dirty="0"/>
              <a:t>Van: Passenger                      145</a:t>
            </a:r>
          </a:p>
          <a:p>
            <a:pPr latinLnBrk="1"/>
            <a:r>
              <a:rPr lang="en-GB" dirty="0"/>
              <a:t>Minivan                             129</a:t>
            </a:r>
          </a:p>
          <a:p>
            <a:pPr latinLnBrk="1"/>
            <a:r>
              <a:rPr lang="en-GB" dirty="0"/>
              <a:t>Van: Cargo                           88</a:t>
            </a:r>
          </a:p>
          <a:p>
            <a:pPr latinLnBrk="1"/>
            <a:r>
              <a:rPr lang="en-GB" dirty="0"/>
              <a:t>Special purpose vehicle              79</a:t>
            </a:r>
          </a:p>
          <a:p>
            <a:pPr latinLnBrk="1"/>
            <a:r>
              <a:rPr lang="en-GB" dirty="0"/>
              <a:t>Station wagon: Mid-size              73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7E260-BF69-66BF-49EE-6F826449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42214B38-DE65-7B63-D351-CEE16D6D2E19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615" y="2046637"/>
            <a:ext cx="8423624" cy="462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728FB1-B295-7C9B-7800-5BF8F93A6869}"/>
                  </a:ext>
                </a:extLst>
              </p14:cNvPr>
              <p14:cNvContentPartPr/>
              <p14:nvPr/>
            </p14:nvContentPartPr>
            <p14:xfrm>
              <a:off x="471600" y="1333440"/>
              <a:ext cx="876600" cy="441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728FB1-B295-7C9B-7800-5BF8F93A68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2240" y="1324080"/>
                <a:ext cx="895320" cy="44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53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C0C7-80C4-01FE-E1C1-D19F8D59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3CA51-4B26-84A9-F512-3E5007AB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4728" y="372140"/>
            <a:ext cx="3924300" cy="464499"/>
          </a:xfrm>
        </p:spPr>
        <p:txBody>
          <a:bodyPr/>
          <a:lstStyle/>
          <a:p>
            <a:r>
              <a:rPr lang="en-US" dirty="0"/>
              <a:t>Transmission variable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B0084-A1BA-F5AA-6E91-43BAB23519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972152"/>
            <a:ext cx="3943627" cy="55137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AS6     1935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AS8     1629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M6      1385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A6      1244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A8       648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       550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AS7      464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A9       428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AM7      403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M5       360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A4       329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AS10     324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A5       194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AM6      144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AV7      143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A10      140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AV6      129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AS5      126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AS9      113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A7       105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AM8      100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AV8       86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M7        58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AS4       23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AV10      23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AV1        8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400" dirty="0"/>
              <a:t>AM5        6</a:t>
            </a:r>
            <a:endParaRPr lang="en-GB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B1F0E-2EEA-76B6-2F0C-409F0B78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7961C992-AA17-58DE-8A96-F9789B17B273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737" y="836640"/>
            <a:ext cx="7741760" cy="541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76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A67E-72FD-86A8-0E3C-2CAB272B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BC20-C72B-3CCA-D8E4-1A4E56433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49" y="487018"/>
            <a:ext cx="4944341" cy="3377354"/>
          </a:xfrm>
        </p:spPr>
        <p:txBody>
          <a:bodyPr/>
          <a:lstStyle/>
          <a:p>
            <a:r>
              <a:rPr lang="en-US" dirty="0"/>
              <a:t>Physics-Motivated Features</a:t>
            </a:r>
          </a:p>
        </p:txBody>
      </p:sp>
    </p:spTree>
    <p:extLst>
      <p:ext uri="{BB962C8B-B14F-4D97-AF65-F5344CB8AC3E}">
        <p14:creationId xmlns:p14="http://schemas.microsoft.com/office/powerpoint/2010/main" val="898983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3188B-2255-846D-359E-646A81B0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393DF03-759F-6B3C-5F87-54115F228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5215653"/>
                  </p:ext>
                </p:extLst>
              </p:nvPr>
            </p:nvGraphicFramePr>
            <p:xfrm>
              <a:off x="942975" y="935831"/>
              <a:ext cx="10944227" cy="5216182"/>
            </p:xfrm>
            <a:graphic>
              <a:graphicData uri="http://schemas.openxmlformats.org/drawingml/2006/table">
                <a:tbl>
                  <a:tblPr firstRow="1">
                    <a:tableStyleId>{073A0DAA-6AF3-43AB-8588-CEC1D06C72B9}</a:tableStyleId>
                  </a:tblPr>
                  <a:tblGrid>
                    <a:gridCol w="2188845">
                      <a:extLst>
                        <a:ext uri="{9D8B030D-6E8A-4147-A177-3AD203B41FA5}">
                          <a16:colId xmlns:a16="http://schemas.microsoft.com/office/drawing/2014/main" val="2192181750"/>
                        </a:ext>
                      </a:extLst>
                    </a:gridCol>
                    <a:gridCol w="3511868">
                      <a:extLst>
                        <a:ext uri="{9D8B030D-6E8A-4147-A177-3AD203B41FA5}">
                          <a16:colId xmlns:a16="http://schemas.microsoft.com/office/drawing/2014/main" val="2889675823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3160783310"/>
                        </a:ext>
                      </a:extLst>
                    </a:gridCol>
                    <a:gridCol w="1985962">
                      <a:extLst>
                        <a:ext uri="{9D8B030D-6E8A-4147-A177-3AD203B41FA5}">
                          <a16:colId xmlns:a16="http://schemas.microsoft.com/office/drawing/2014/main" val="3090368234"/>
                        </a:ext>
                      </a:extLst>
                    </a:gridCol>
                    <a:gridCol w="1314452">
                      <a:extLst>
                        <a:ext uri="{9D8B030D-6E8A-4147-A177-3AD203B41FA5}">
                          <a16:colId xmlns:a16="http://schemas.microsoft.com/office/drawing/2014/main" val="4261692743"/>
                        </a:ext>
                      </a:extLst>
                    </a:gridCol>
                  </a:tblGrid>
                  <a:tr h="71594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Feature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Equation (Dataset Variables)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Physical Meaning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Relation to Fuel Consumption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Reference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4245829930"/>
                      </a:ext>
                    </a:extLst>
                  </a:tr>
                  <a:tr h="2250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Power-to-Weight Proxy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GB" sz="1400" dirty="0"/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GB" sz="1400" dirty="0" smtClean="0"/>
                                      <m:t>EngineSize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1400" dirty="0" smtClean="0"/>
                                      <m:t> ×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1400" dirty="0" smtClean="0"/>
                                      <m:t>Cylinders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GB" sz="1400" dirty="0" smtClean="0"/>
                                      <m:t>CurbWeight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latin typeface="Courier New" panose="02070309020205020404" pitchFamily="49" charset="0"/>
                          </a:endParaRP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/>
                            <a:t>Represents engine propulsion capability relative to vehicle mass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Vehicles with larger engines relative to mass generally require more fuel due to higher potential power demand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/>
                            <a:t>Heywood, 2018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3236331122"/>
                      </a:ext>
                    </a:extLst>
                  </a:tr>
                  <a:tr h="2250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Mass-Aerodynamic Interaction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 err="1"/>
                            <a:t>CurbWeight</a:t>
                          </a:r>
                          <a:r>
                            <a:rPr lang="en-GB" sz="1400" dirty="0"/>
                            <a:t> × </a:t>
                          </a:r>
                          <a:r>
                            <a:rPr lang="en-GB" sz="1400" dirty="0" err="1"/>
                            <a:t>OverallWidth</a:t>
                          </a:r>
                          <a:r>
                            <a:rPr lang="en-GB" sz="1400" dirty="0"/>
                            <a:t> × </a:t>
                          </a:r>
                          <a:r>
                            <a:rPr lang="en-GB" sz="1400" dirty="0" err="1"/>
                            <a:t>OverallHeight</a:t>
                          </a:r>
                          <a:endParaRPr lang="en-GB" sz="1400" dirty="0"/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Combines vehicle mass and aerodynamic frontal area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Larger vehicle mass and frontal area increase propulsion energy demand, leading to higher fuel consumption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 err="1"/>
                            <a:t>Hucho</a:t>
                          </a:r>
                          <a:r>
                            <a:rPr lang="en-GB" sz="1400" dirty="0"/>
                            <a:t>, 2013; </a:t>
                          </a:r>
                          <a:r>
                            <a:rPr lang="en-GB" sz="1400" dirty="0" err="1"/>
                            <a:t>Fontaras</a:t>
                          </a:r>
                          <a:r>
                            <a:rPr lang="en-GB" sz="1400" dirty="0"/>
                            <a:t> et al., 2017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1722733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393DF03-759F-6B3C-5F87-54115F228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5215653"/>
                  </p:ext>
                </p:extLst>
              </p:nvPr>
            </p:nvGraphicFramePr>
            <p:xfrm>
              <a:off x="942975" y="935831"/>
              <a:ext cx="10944227" cy="5216182"/>
            </p:xfrm>
            <a:graphic>
              <a:graphicData uri="http://schemas.openxmlformats.org/drawingml/2006/table">
                <a:tbl>
                  <a:tblPr firstRow="1">
                    <a:tableStyleId>{073A0DAA-6AF3-43AB-8588-CEC1D06C72B9}</a:tableStyleId>
                  </a:tblPr>
                  <a:tblGrid>
                    <a:gridCol w="2188845">
                      <a:extLst>
                        <a:ext uri="{9D8B030D-6E8A-4147-A177-3AD203B41FA5}">
                          <a16:colId xmlns:a16="http://schemas.microsoft.com/office/drawing/2014/main" val="2192181750"/>
                        </a:ext>
                      </a:extLst>
                    </a:gridCol>
                    <a:gridCol w="3511868">
                      <a:extLst>
                        <a:ext uri="{9D8B030D-6E8A-4147-A177-3AD203B41FA5}">
                          <a16:colId xmlns:a16="http://schemas.microsoft.com/office/drawing/2014/main" val="2889675823"/>
                        </a:ext>
                      </a:extLst>
                    </a:gridCol>
                    <a:gridCol w="1943100">
                      <a:extLst>
                        <a:ext uri="{9D8B030D-6E8A-4147-A177-3AD203B41FA5}">
                          <a16:colId xmlns:a16="http://schemas.microsoft.com/office/drawing/2014/main" val="3160783310"/>
                        </a:ext>
                      </a:extLst>
                    </a:gridCol>
                    <a:gridCol w="1985962">
                      <a:extLst>
                        <a:ext uri="{9D8B030D-6E8A-4147-A177-3AD203B41FA5}">
                          <a16:colId xmlns:a16="http://schemas.microsoft.com/office/drawing/2014/main" val="3090368234"/>
                        </a:ext>
                      </a:extLst>
                    </a:gridCol>
                    <a:gridCol w="1314452">
                      <a:extLst>
                        <a:ext uri="{9D8B030D-6E8A-4147-A177-3AD203B41FA5}">
                          <a16:colId xmlns:a16="http://schemas.microsoft.com/office/drawing/2014/main" val="4261692743"/>
                        </a:ext>
                      </a:extLst>
                    </a:gridCol>
                  </a:tblGrid>
                  <a:tr h="71594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Feature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Equation (Dataset Variables)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Physical Meaning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Relation to Fuel Consumption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Reference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4245829930"/>
                      </a:ext>
                    </a:extLst>
                  </a:tr>
                  <a:tr h="2250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Power-to-Weight Proxy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5320" marR="85320" marT="42660" marB="42660" anchor="ctr">
                        <a:blipFill>
                          <a:blip r:embed="rId2"/>
                          <a:stretch>
                            <a:fillRect l="-62392" t="-32249" r="-149913" b="-1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/>
                            <a:t>Represents engine propulsion capability relative to vehicle mass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Vehicles with larger engines relative to mass generally require more fuel due to higher potential power demand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/>
                            <a:t>Heywood, 2018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3236331122"/>
                      </a:ext>
                    </a:extLst>
                  </a:tr>
                  <a:tr h="2250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/>
                            <a:t>Mass-Aerodynamic Interaction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 err="1"/>
                            <a:t>CurbWeight</a:t>
                          </a:r>
                          <a:r>
                            <a:rPr lang="en-GB" sz="1400" dirty="0"/>
                            <a:t> × </a:t>
                          </a:r>
                          <a:r>
                            <a:rPr lang="en-GB" sz="1400" dirty="0" err="1"/>
                            <a:t>OverallWidth</a:t>
                          </a:r>
                          <a:r>
                            <a:rPr lang="en-GB" sz="1400" dirty="0"/>
                            <a:t> × </a:t>
                          </a:r>
                          <a:r>
                            <a:rPr lang="en-GB" sz="1400" dirty="0" err="1"/>
                            <a:t>OverallHeight</a:t>
                          </a:r>
                          <a:endParaRPr lang="en-GB" sz="1400" dirty="0"/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Combines vehicle mass and aerodynamic frontal area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/>
                            <a:t>Larger vehicle mass and frontal area increase propulsion energy demand, leading to higher fuel consumption</a:t>
                          </a:r>
                        </a:p>
                      </a:txBody>
                      <a:tcPr marL="85320" marR="85320" marT="42660" marB="426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dirty="0" err="1"/>
                            <a:t>Hucho</a:t>
                          </a:r>
                          <a:r>
                            <a:rPr lang="en-GB" sz="1400" dirty="0"/>
                            <a:t>, 2013; </a:t>
                          </a:r>
                          <a:r>
                            <a:rPr lang="en-GB" sz="1400" dirty="0" err="1"/>
                            <a:t>Fontaras</a:t>
                          </a:r>
                          <a:r>
                            <a:rPr lang="en-GB" sz="1400" dirty="0"/>
                            <a:t> et al., 2017</a:t>
                          </a:r>
                        </a:p>
                      </a:txBody>
                      <a:tcPr marL="85320" marR="85320" marT="42660" marB="42660" anchor="ctr"/>
                    </a:tc>
                    <a:extLst>
                      <a:ext uri="{0D108BD9-81ED-4DB2-BD59-A6C34878D82A}">
                        <a16:rowId xmlns:a16="http://schemas.microsoft.com/office/drawing/2014/main" val="17227338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3000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8A71-087D-A7C3-104D-954EEE9E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9BB86-2EB0-F19D-5979-76ACE5927F0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1333499" y="2674013"/>
            <a:ext cx="3188495" cy="3269589"/>
          </a:xfrm>
        </p:spPr>
        <p:txBody>
          <a:bodyPr>
            <a:normAutofit/>
          </a:bodyPr>
          <a:lstStyle/>
          <a:p>
            <a:r>
              <a:rPr lang="en-GB" sz="900" b="1" dirty="0"/>
              <a:t>Heywood, J. B. (2018).</a:t>
            </a:r>
            <a:br>
              <a:rPr lang="en-GB" sz="900" dirty="0"/>
            </a:br>
            <a:r>
              <a:rPr lang="en-US" sz="900" dirty="0"/>
              <a:t>Heywood, J. B. (2018). </a:t>
            </a:r>
            <a:r>
              <a:rPr lang="en-US" sz="900" i="1" dirty="0"/>
              <a:t>Internal combustion engine fundamentals</a:t>
            </a:r>
            <a:r>
              <a:rPr lang="en-US" sz="900" dirty="0"/>
              <a:t> (Second edition.).</a:t>
            </a:r>
          </a:p>
          <a:p>
            <a:r>
              <a:rPr lang="en-GB" sz="900" b="1" dirty="0" err="1"/>
              <a:t>Hucho</a:t>
            </a:r>
            <a:r>
              <a:rPr lang="en-GB" sz="900" b="1" dirty="0"/>
              <a:t>, W. H. (2013).</a:t>
            </a:r>
            <a:br>
              <a:rPr lang="en-GB" sz="900" dirty="0"/>
            </a:br>
            <a:r>
              <a:rPr lang="en-US" sz="900" dirty="0" err="1"/>
              <a:t>Hucho</a:t>
            </a:r>
            <a:r>
              <a:rPr lang="en-US" sz="900" dirty="0"/>
              <a:t>, W.-H. (2013). </a:t>
            </a:r>
            <a:r>
              <a:rPr lang="en-US" sz="900" i="1" dirty="0"/>
              <a:t>Aerodynamics of Road Vehicles: From Fluid Mechanics to Vehicle Engineering</a:t>
            </a:r>
            <a:r>
              <a:rPr lang="en-US" sz="900" dirty="0"/>
              <a:t>. Butterworth-Heinemann.</a:t>
            </a:r>
          </a:p>
          <a:p>
            <a:r>
              <a:rPr lang="en-GB" sz="900" b="1" dirty="0" err="1"/>
              <a:t>Fontaras</a:t>
            </a:r>
            <a:r>
              <a:rPr lang="en-GB" sz="900" b="1" dirty="0"/>
              <a:t> et al. (2017).</a:t>
            </a:r>
            <a:br>
              <a:rPr lang="en-GB" sz="900" dirty="0"/>
            </a:br>
            <a:r>
              <a:rPr lang="en-US" sz="900" dirty="0" err="1"/>
              <a:t>Fontaras</a:t>
            </a:r>
            <a:r>
              <a:rPr lang="en-US" sz="900" dirty="0"/>
              <a:t>, G., </a:t>
            </a:r>
            <a:r>
              <a:rPr lang="en-US" sz="900" dirty="0" err="1"/>
              <a:t>Zacharof</a:t>
            </a:r>
            <a:r>
              <a:rPr lang="en-US" sz="900" dirty="0"/>
              <a:t>, N.-G., &amp; Ciuffo, B. (2017). Fuel consumption and CO2 emissions from passenger cars in Europe – Laboratory versus real-world emissions. </a:t>
            </a:r>
            <a:r>
              <a:rPr lang="en-US" sz="900" i="1" dirty="0"/>
              <a:t>Progress in Energy and Combustion Science</a:t>
            </a:r>
            <a:r>
              <a:rPr lang="en-US" sz="900" dirty="0"/>
              <a:t>, </a:t>
            </a:r>
            <a:r>
              <a:rPr lang="en-US" sz="900" i="1" dirty="0"/>
              <a:t>60</a:t>
            </a:r>
            <a:r>
              <a:rPr lang="en-US" sz="900" dirty="0"/>
              <a:t>, 97–131. https://doi.org/10.1016/j.pecs.2016.12.004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F0863-44DD-BA1A-BB11-48A67EBC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32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127" y="3238103"/>
            <a:ext cx="8340437" cy="2282933"/>
          </a:xfrm>
        </p:spPr>
        <p:txBody>
          <a:bodyPr>
            <a:noAutofit/>
          </a:bodyPr>
          <a:lstStyle/>
          <a:p>
            <a:r>
              <a:rPr lang="en-US" dirty="0"/>
              <a:t>Eslam </a:t>
            </a:r>
            <a:r>
              <a:rPr lang="en-US" dirty="0" err="1"/>
              <a:t>Abuelella</a:t>
            </a:r>
            <a:endParaRPr lang="en-US" dirty="0"/>
          </a:p>
          <a:p>
            <a:r>
              <a:rPr lang="en-GB" dirty="0"/>
              <a:t>Student ID: 16342938</a:t>
            </a:r>
          </a:p>
          <a:p>
            <a:r>
              <a:rPr lang="en-GB" dirty="0"/>
              <a:t>Coventry University</a:t>
            </a:r>
          </a:p>
          <a:p>
            <a:r>
              <a:rPr lang="en-GB" dirty="0"/>
              <a:t>Email:  </a:t>
            </a:r>
            <a:r>
              <a:rPr lang="en-GB" u="sng" dirty="0">
                <a:hlinkClick r:id="rId3" tooltip="mailto:abuelellae@uni.coventry.ac.uk"/>
              </a:rPr>
              <a:t>abuelellae@uni.coventry.ac.uk</a:t>
            </a:r>
            <a:r>
              <a:rPr lang="en-GB" dirty="0"/>
              <a:t> 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 xsi:nil="true"/>
    <Background xmlns="71af3243-3dd4-4a8d-8c0d-dd76da1f02a5" xsi:nil="true"/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purl.org/dc/terms/"/>
    <ds:schemaRef ds:uri="http://purl.org/dc/elements/1.1/"/>
    <ds:schemaRef ds:uri="http://www.w3.org/XML/1998/namespace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schemas.microsoft.com/office/infopath/2007/PartnerControls"/>
    <ds:schemaRef ds:uri="230e9df3-be65-4c73-a93b-d1236ebd677e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{0629A6CA-7F26-4604-9ABE-ED8DB433370D}TF7521aafa-c748-4c40-a498-ba511be234dc5b1b6097_win32-5039330bb2f3</Template>
  <TotalTime>0</TotalTime>
  <Words>1468</Words>
  <Application>Microsoft Office PowerPoint</Application>
  <PresentationFormat>Widescreen</PresentationFormat>
  <Paragraphs>283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 Narrow</vt:lpstr>
      <vt:lpstr>Arial</vt:lpstr>
      <vt:lpstr>Arial Unicode MS</vt:lpstr>
      <vt:lpstr>Calibri</vt:lpstr>
      <vt:lpstr>Cambria Math</vt:lpstr>
      <vt:lpstr>Courier New</vt:lpstr>
      <vt:lpstr>Tenorite</vt:lpstr>
      <vt:lpstr>Wingdings</vt:lpstr>
      <vt:lpstr>Custom</vt:lpstr>
      <vt:lpstr>Module Code: 7150CEM - Data Science Project - 2526JANMAY Student ID: 16342938 Coventry University</vt:lpstr>
      <vt:lpstr>title</vt:lpstr>
      <vt:lpstr>AGENDA</vt:lpstr>
      <vt:lpstr>Data construction</vt:lpstr>
      <vt:lpstr>Joining Strategy Overview</vt:lpstr>
      <vt:lpstr>Joining Pipeline(function) logic - Examples</vt:lpstr>
      <vt:lpstr>Exploratory Data Analysis (EDA)</vt:lpstr>
      <vt:lpstr>Dataset summary</vt:lpstr>
      <vt:lpstr>Missing values analysis</vt:lpstr>
      <vt:lpstr>Outliers analysis</vt:lpstr>
      <vt:lpstr>Outliers analysis</vt:lpstr>
      <vt:lpstr>Outliers analysis</vt:lpstr>
      <vt:lpstr>Outliers analysis</vt:lpstr>
      <vt:lpstr>Outliers analysis</vt:lpstr>
      <vt:lpstr>Correlation Heatmap</vt:lpstr>
      <vt:lpstr>PowerPoint Presentation</vt:lpstr>
      <vt:lpstr>Categorical variables</vt:lpstr>
      <vt:lpstr>PowerPoint Presentation</vt:lpstr>
      <vt:lpstr>PowerPoint Presentation</vt:lpstr>
      <vt:lpstr>PowerPoint Presentation</vt:lpstr>
      <vt:lpstr>Physics-Motivated Features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 Hussien</dc:creator>
  <cp:lastModifiedBy>Eslam Hussien</cp:lastModifiedBy>
  <cp:revision>2</cp:revision>
  <dcterms:created xsi:type="dcterms:W3CDTF">2026-02-18T11:15:58Z</dcterms:created>
  <dcterms:modified xsi:type="dcterms:W3CDTF">2026-04-11T21:34:12Z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